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6" r:id="rId2"/>
    <p:sldId id="282" r:id="rId3"/>
    <p:sldId id="283" r:id="rId4"/>
    <p:sldId id="285" r:id="rId5"/>
    <p:sldId id="286" r:id="rId6"/>
    <p:sldId id="281" r:id="rId7"/>
    <p:sldId id="257" r:id="rId8"/>
    <p:sldId id="278" r:id="rId9"/>
    <p:sldId id="273" r:id="rId10"/>
    <p:sldId id="272" r:id="rId11"/>
    <p:sldId id="258" r:id="rId12"/>
    <p:sldId id="259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62"/>
    <p:restoredTop sz="94749"/>
  </p:normalViewPr>
  <p:slideViewPr>
    <p:cSldViewPr snapToGrid="0">
      <p:cViewPr>
        <p:scale>
          <a:sx n="128" d="100"/>
          <a:sy n="128" d="100"/>
        </p:scale>
        <p:origin x="248" y="6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555A31-692D-BB4D-BD29-064E07ABF048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F7FF02-2E3D-6B49-89A4-562E5C3A3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880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7FF02-2E3D-6B49-89A4-562E5C3A31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211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7FF02-2E3D-6B49-89A4-562E5C3A31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67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A7356-B277-9837-1391-AAAFD89CA1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CB87CC-8AD9-E8BC-B26F-3494872BEF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60105-0332-B6FD-54BF-7BC90E3C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39B62-8AAC-FF06-E8F0-7F40A77EF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74DAD-089E-0205-A9BC-12EB7235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76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638AE-87E5-01DD-F93E-F2AA2708B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C1D0A-AC44-6FBC-6DA7-E4DA18BF4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E140D-B058-1239-DE10-DC709FD57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BDD54-3A87-B884-6909-02D91CFA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EE009-1BC7-681C-D9B3-D8229E6E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02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89D0D-C81A-6698-6F96-70DEB0096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D34EB-7144-F85E-7416-C5536EC68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61DE6-1A47-8AF0-31D2-CB7AAD9E9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43DC5-EE7C-3BFF-A7FD-95F76CE4D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63296-702F-590A-2E57-9C0740C6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6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93BC-21FB-8D66-BFD9-862CCCCB8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F99C5-72AE-CA82-7E88-06CDD0220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4A06A-C0F0-D448-7435-F8E3C2871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605AE-D397-F015-1870-333262E66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46864-60DD-DA3D-AB04-F0F4C6E8C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55091-7379-417F-ED04-60976C3F1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01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395A-5E17-6EDF-C318-810007C8B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75CF7-FEBF-31E4-3985-DE1ABBEA8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14891C-B7A2-DC13-F98E-0027D06A9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31CB18-E86F-F49F-C52F-CE99614201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7AF6DA-E11D-9449-4A3B-E71B55A6D4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32D8D-2A31-8572-9EAB-ADC2B8E44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03D82B-E775-01FD-D33D-595C71B2C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0A50AC-D34D-EE95-768E-517B9C37B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768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BBFB-E95D-5DF1-F652-59A5CBE8B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E6A57E-97CA-A083-E045-D6985F632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9367DD-C665-4070-DEB9-84C9E1B52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6DB9A-9D94-B77B-DC67-5A2BF9EB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342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494FC-CBC3-300A-DC82-E02F1F639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9C757C-3680-4E35-19A0-02AAB33F0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25343-E6EF-5880-1395-EF3B334FB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760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60C10-F7B3-31F3-D143-A3BB32D3C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6FB31-0019-CAA1-B3BD-6B2E297AF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33DA6-1B7F-8FA1-02BD-9A10F4B0F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A0DF6-4FA5-EF2B-89FA-15C8136E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07C1B-336C-26A4-3CED-23C14EA45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19B97-652A-DFAA-3613-800C5467E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6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0CD89-F7E5-870C-CD00-EC4BE9FAC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919322-D041-CC8B-B5E5-5F3F09812D4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6D0F4-7DCC-3506-E326-0F0AF9C9A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F8B8E-C794-E385-0A86-B67FBE87F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0C758-99AB-0F91-28FE-6C7FAEFEB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D7DCD3-F893-CE5D-12E5-02C0A66B4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33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A1FD-0E46-8958-796B-AF0403C3A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9E42C9-CD22-6DE8-B0F1-9110BE6A5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46531-F7A5-DA60-FA94-CA7EB6EF4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04B3F-C396-E8C4-BBDA-172770A4A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5E4B1-EB9F-14F7-EF2B-8E4D8A6C5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88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F27E44-9C74-2496-F738-8C5C1DF79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B42D5D-0DE6-B49C-270A-F77F9F158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13C03-848C-D1FC-1C5F-5700B370F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1CF34-CA93-804A-0B22-C61E0FBE0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D38BB-CB78-FFDF-4DE7-515BC7EFA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863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367148-A280-4E0A-FDEC-82BB51EC3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CAF55-C71D-2BD7-53A2-2508D163B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B4E89-5692-EC5B-F849-37147DC599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19DB5-BE98-9289-4121-7FA625B3E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BFCA8-7E88-2161-A0C9-2A840C187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83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mel.de/DE/themen/ernaehrung/ernaehrungsreport2024.html?utm_source=chatgpt.com" TargetMode="External"/><Relationship Id="rId2" Type="http://schemas.openxmlformats.org/officeDocument/2006/relationships/hyperlink" Target="https://www.landwirtschaft.de/wirtschaft/agrarmaerkte/markt-und-versorgung/direktvermarktung-und-co-absatzwege-in-der-landwirtschaft?utm_source=chatgpt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nc.com/amaya-nichole/a-new-plant-based-meat-brand-is-bringing-5-types-of-3d-printed-food-to-u-s-shoppers/91419677?utm_source=chatgpt.com" TargetMode="External"/><Relationship Id="rId5" Type="http://schemas.openxmlformats.org/officeDocument/2006/relationships/hyperlink" Target="https://pubmed.ncbi.nlm.nih.gov/42219865/?utm_source=chatgpt.com" TargetMode="External"/><Relationship Id="rId4" Type="http://schemas.openxmlformats.org/officeDocument/2006/relationships/hyperlink" Target="https://eur-lex.europa.eu/legal-content/DE/ALL/?uri=CELEX%3A32023R2429&amp;utm_source=chatgpt.com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ndwirtschaft.de/umwelt/klimawandel/rolle-der-landwirtschaft/lebensmittelabfaelle-und-lebensmittelverluste-in-der-landwirtschaft?utm_source=chatgpt.com" TargetMode="External"/><Relationship Id="rId2" Type="http://schemas.openxmlformats.org/officeDocument/2006/relationships/hyperlink" Target="https://eur-lex.europa.eu/legal-content/EN/TXT/PDF/?qid=1789587771638&amp;uri=OJ%3AL_202302429&amp;utm_source=chatgpt.com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vironment.ec.europa.eu/news/new-eu-rules-packaging-enter-application-2026-08-11_en?utm_source=chatgpt.com" TargetMode="External"/><Relationship Id="rId2" Type="http://schemas.openxmlformats.org/officeDocument/2006/relationships/hyperlink" Target="https://www.eea.europa.eu/en/topics/in-depth/electric-vehicles?utm_source=chatgpt.com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irculareconomy.europa.eu/platform/en/knowledge/overcoming-challenges-second-life-applications-battery-packs-lessons-pilot-cases?utm_source=chatgpt.com" TargetMode="External"/><Relationship Id="rId4" Type="http://schemas.openxmlformats.org/officeDocument/2006/relationships/hyperlink" Target="https://www.iea.org/reports/battery-circularity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5157D9-9ABD-F52F-4354-A3EAAFBF1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F74B26-F09A-BC9D-C557-FD525741A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8998" y="1619515"/>
            <a:ext cx="1748013" cy="13110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7DAC03-1ECE-382C-16C2-E3253C9833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3543" y="2398452"/>
            <a:ext cx="1748013" cy="13110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4BD132-C666-978B-97B9-85FE3B2F4D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1351195"/>
            <a:ext cx="2105772" cy="15793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290748-6B0C-FF5A-B545-F975219C8E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0054" y="1375497"/>
            <a:ext cx="1520015" cy="11400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D2A69B-0251-0B3F-B236-EFCFF5782E0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5814" t="47526" r="67415" b="39030"/>
          <a:stretch>
            <a:fillRect/>
          </a:stretch>
        </p:blipFill>
        <p:spPr>
          <a:xfrm>
            <a:off x="6103027" y="5538889"/>
            <a:ext cx="1108609" cy="592431"/>
          </a:xfrm>
          <a:prstGeom prst="rect">
            <a:avLst/>
          </a:prstGeom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E09E05-320E-EF7A-9AF4-0E4431788C4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5814" t="47526" r="67415" b="39030"/>
          <a:stretch>
            <a:fillRect/>
          </a:stretch>
        </p:blipFill>
        <p:spPr>
          <a:xfrm>
            <a:off x="6202436" y="5397221"/>
            <a:ext cx="1108609" cy="592431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BF606E-592A-9525-BC0D-B5345B95727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7357773" y="2672105"/>
            <a:ext cx="1024295" cy="830032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376B9E02-D474-02EA-2BB8-E8ED12C6BD06}"/>
              </a:ext>
            </a:extLst>
          </p:cNvPr>
          <p:cNvGrpSpPr/>
          <p:nvPr/>
        </p:nvGrpSpPr>
        <p:grpSpPr>
          <a:xfrm>
            <a:off x="10742764" y="3345540"/>
            <a:ext cx="1108609" cy="1054883"/>
            <a:chOff x="10734812" y="2795962"/>
            <a:chExt cx="1108609" cy="105488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EED2DB1-3269-A159-3FEB-FE1E56918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5814" t="47526" r="67415" b="39030"/>
            <a:stretch>
              <a:fillRect/>
            </a:stretch>
          </p:blipFill>
          <p:spPr>
            <a:xfrm>
              <a:off x="10734812" y="3258414"/>
              <a:ext cx="1108609" cy="59243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8CD38AB-6118-2944-D880-89C9FC6A0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777182" y="2795962"/>
              <a:ext cx="796464" cy="796464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07DC93F-FBC3-0FE6-ADAA-58D2B6E85103}"/>
              </a:ext>
            </a:extLst>
          </p:cNvPr>
          <p:cNvGrpSpPr/>
          <p:nvPr/>
        </p:nvGrpSpPr>
        <p:grpSpPr>
          <a:xfrm>
            <a:off x="9542571" y="1875641"/>
            <a:ext cx="1108609" cy="1054883"/>
            <a:chOff x="10734812" y="2795962"/>
            <a:chExt cx="1108609" cy="1054883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429A283-4E25-120C-0DC5-8912AC4CB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5814" t="47526" r="67415" b="39030"/>
            <a:stretch>
              <a:fillRect/>
            </a:stretch>
          </p:blipFill>
          <p:spPr>
            <a:xfrm>
              <a:off x="10734812" y="3258414"/>
              <a:ext cx="1108609" cy="59243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E4486571-E749-8AF0-5BF3-48A7FFDB2A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777182" y="2795962"/>
              <a:ext cx="796464" cy="796464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1A9733F-8A7D-2EB2-A6AA-BD6D69577829}"/>
              </a:ext>
            </a:extLst>
          </p:cNvPr>
          <p:cNvGrpSpPr/>
          <p:nvPr/>
        </p:nvGrpSpPr>
        <p:grpSpPr>
          <a:xfrm>
            <a:off x="2092937" y="483262"/>
            <a:ext cx="1108609" cy="1024879"/>
            <a:chOff x="2092937" y="563254"/>
            <a:chExt cx="1108609" cy="1024879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769AAF4-57CB-EA24-5A5F-08C1517FA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5814" t="47526" r="67415" b="39030"/>
            <a:stretch>
              <a:fillRect/>
            </a:stretch>
          </p:blipFill>
          <p:spPr>
            <a:xfrm>
              <a:off x="2092937" y="995702"/>
              <a:ext cx="1108609" cy="59243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456C161-4FEB-C88A-83DD-1E62672DA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204837" y="563254"/>
              <a:ext cx="789302" cy="789302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536CFE8-2E52-C8E9-3081-A1917AA831A6}"/>
              </a:ext>
            </a:extLst>
          </p:cNvPr>
          <p:cNvGrpSpPr/>
          <p:nvPr/>
        </p:nvGrpSpPr>
        <p:grpSpPr>
          <a:xfrm>
            <a:off x="5909829" y="1244926"/>
            <a:ext cx="1108609" cy="1113119"/>
            <a:chOff x="6002770" y="362067"/>
            <a:chExt cx="1108609" cy="1113119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49C5D91-D714-841E-197E-92D8AAB22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5814" t="47526" r="67415" b="39030"/>
            <a:stretch>
              <a:fillRect/>
            </a:stretch>
          </p:blipFill>
          <p:spPr>
            <a:xfrm flipH="1">
              <a:off x="6002770" y="882755"/>
              <a:ext cx="1108609" cy="59243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79FE8ED-259B-6399-DA9A-A9BAB6983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249835" y="362067"/>
              <a:ext cx="789302" cy="789302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69E3404-6FB3-4015-353F-4FFE1C329980}"/>
              </a:ext>
            </a:extLst>
          </p:cNvPr>
          <p:cNvGrpSpPr/>
          <p:nvPr/>
        </p:nvGrpSpPr>
        <p:grpSpPr>
          <a:xfrm>
            <a:off x="6689746" y="1192536"/>
            <a:ext cx="1108609" cy="1146156"/>
            <a:chOff x="7756197" y="126408"/>
            <a:chExt cx="1108609" cy="1146156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47405FB7-4E4B-3EC5-A219-8E1BEA4E0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5814" t="47526" r="67415" b="39030"/>
            <a:stretch>
              <a:fillRect/>
            </a:stretch>
          </p:blipFill>
          <p:spPr>
            <a:xfrm>
              <a:off x="7756197" y="680133"/>
              <a:ext cx="1108609" cy="59243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EB91FD4-438E-A210-8E06-AE1D3A237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828439" y="126408"/>
              <a:ext cx="789302" cy="789302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9FA873C-BAEA-D5A6-7DC1-DDE61B50D366}"/>
              </a:ext>
            </a:extLst>
          </p:cNvPr>
          <p:cNvGrpSpPr/>
          <p:nvPr/>
        </p:nvGrpSpPr>
        <p:grpSpPr>
          <a:xfrm>
            <a:off x="4715756" y="2063565"/>
            <a:ext cx="1108609" cy="903885"/>
            <a:chOff x="3675698" y="2525115"/>
            <a:chExt cx="1108609" cy="903885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D2D40E6A-B501-022C-0C94-7CB99F88A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5814" t="47526" r="67415" b="39030"/>
            <a:stretch>
              <a:fillRect/>
            </a:stretch>
          </p:blipFill>
          <p:spPr>
            <a:xfrm flipH="1">
              <a:off x="3675698" y="2836569"/>
              <a:ext cx="1108609" cy="59243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75152E23-8412-32FC-D5BE-A4B87D8BD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926084" y="2525115"/>
              <a:ext cx="737099" cy="552824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8E1F2CB-E277-563D-98EE-576415E0544E}"/>
              </a:ext>
            </a:extLst>
          </p:cNvPr>
          <p:cNvGrpSpPr/>
          <p:nvPr/>
        </p:nvGrpSpPr>
        <p:grpSpPr>
          <a:xfrm>
            <a:off x="2216186" y="2637609"/>
            <a:ext cx="1108609" cy="1078530"/>
            <a:chOff x="3343918" y="3025677"/>
            <a:chExt cx="1108609" cy="1078530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2F5A8F1A-E139-672D-69F0-D176833CC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5814" t="47526" r="67415" b="39030"/>
            <a:stretch>
              <a:fillRect/>
            </a:stretch>
          </p:blipFill>
          <p:spPr>
            <a:xfrm flipH="1">
              <a:off x="3343918" y="3511776"/>
              <a:ext cx="1108609" cy="59243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7084649D-C794-630C-F083-5AB7EF15C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57428"/>
            <a:stretch>
              <a:fillRect/>
            </a:stretch>
          </p:blipFill>
          <p:spPr>
            <a:xfrm>
              <a:off x="3673926" y="3025677"/>
              <a:ext cx="631037" cy="787671"/>
            </a:xfrm>
            <a:prstGeom prst="rect">
              <a:avLst/>
            </a:prstGeom>
          </p:spPr>
        </p:pic>
      </p:grpSp>
      <p:pic>
        <p:nvPicPr>
          <p:cNvPr id="56" name="Picture 55">
            <a:extLst>
              <a:ext uri="{FF2B5EF4-FFF2-40B4-BE49-F238E27FC236}">
                <a16:creationId xmlns:a16="http://schemas.microsoft.com/office/drawing/2014/main" id="{11CD6FAE-DF7F-AC0A-58D4-0F39830D582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5814" t="47526" r="67415" b="39030"/>
          <a:stretch>
            <a:fillRect/>
          </a:stretch>
        </p:blipFill>
        <p:spPr>
          <a:xfrm>
            <a:off x="128473" y="2790905"/>
            <a:ext cx="1108609" cy="592431"/>
          </a:xfrm>
          <a:prstGeom prst="rect">
            <a:avLst/>
          </a:prstGeom>
          <a:ln>
            <a:noFill/>
          </a:ln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A165D23-F999-9022-17A4-450F86DF8AD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5814" t="47526" r="67415" b="39030"/>
          <a:stretch>
            <a:fillRect/>
          </a:stretch>
        </p:blipFill>
        <p:spPr>
          <a:xfrm flipH="1">
            <a:off x="7357773" y="3447556"/>
            <a:ext cx="1108609" cy="592431"/>
          </a:xfrm>
          <a:prstGeom prst="rect">
            <a:avLst/>
          </a:prstGeom>
          <a:ln>
            <a:noFill/>
          </a:ln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EAD7DE2-F182-38A9-22F6-F47AC9276732}"/>
              </a:ext>
            </a:extLst>
          </p:cNvPr>
          <p:cNvSpPr/>
          <p:nvPr/>
        </p:nvSpPr>
        <p:spPr>
          <a:xfrm>
            <a:off x="8101584" y="100585"/>
            <a:ext cx="4005072" cy="11443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A57FD0-5C0F-EC30-5152-AA6481C50600}"/>
              </a:ext>
            </a:extLst>
          </p:cNvPr>
          <p:cNvSpPr txBox="1"/>
          <p:nvPr/>
        </p:nvSpPr>
        <p:spPr>
          <a:xfrm>
            <a:off x="8196401" y="219064"/>
            <a:ext cx="38009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Innovative </a:t>
            </a:r>
            <a:r>
              <a:rPr lang="en-US" dirty="0" err="1"/>
              <a:t>Routenbildung</a:t>
            </a:r>
            <a:endParaRPr lang="en-US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weniger</a:t>
            </a:r>
            <a:r>
              <a:rPr lang="en-US" dirty="0"/>
              <a:t> </a:t>
            </a:r>
            <a:r>
              <a:rPr lang="en-US" dirty="0" err="1"/>
              <a:t>Strecke</a:t>
            </a:r>
            <a:r>
              <a:rPr lang="en-US" dirty="0"/>
              <a:t> </a:t>
            </a:r>
            <a:r>
              <a:rPr lang="en-US" dirty="0" err="1"/>
              <a:t>zurücklegen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Gebrauchtwagen</a:t>
            </a:r>
            <a:r>
              <a:rPr lang="en-US" dirty="0"/>
              <a:t> </a:t>
            </a:r>
            <a:r>
              <a:rPr lang="en-US" dirty="0" err="1"/>
              <a:t>statt</a:t>
            </a:r>
            <a:r>
              <a:rPr lang="en-US" dirty="0"/>
              <a:t> </a:t>
            </a:r>
            <a:r>
              <a:rPr lang="en-US" dirty="0" err="1"/>
              <a:t>Neuwagen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26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0.00787 C 0.00339 0.02107 0.00834 0.0345 0.02097 0.03982 C 0.0336 0.04514 0.05808 0.04399 0.07422 0.03982 C 0.09037 0.03565 0.10769 0.02477 0.11771 0.01459 C 0.12774 0.00417 0.13516 -0.00949 0.13425 -0.02152 C 0.13308 -0.03356 0.12214 -0.04513 0.11094 -0.05763 C 0.09987 -0.0699 0.06745 -0.09629 0.06745 -0.09606 C 0.03607 -0.12268 -0.0444 -0.19189 -0.07669 -0.2162 C -0.10885 -0.2405 -0.10794 -0.23263 -0.1263 -0.24143 C -0.14427 -0.25046 -0.18541 -0.26944 -0.18541 -0.26921 C -0.20755 -0.27963 -0.23268 -0.28194 -0.25872 -0.30162 C -0.28489 -0.32106 -0.34192 -0.3868 -0.34192 -0.38657 L -0.41015 -0.45879 C -0.42461 -0.475 -0.42669 -0.47453 -0.42825 -0.48287 C -0.42968 -0.49143 -0.44075 -0.49675 -0.41927 -0.50949 C -0.39765 -0.52245 -0.32578 -0.54791 -0.29922 -0.56018 C -0.27278 -0.57245 -0.26679 -0.57569 -0.26015 -0.58287 C -0.25351 -0.59004 -0.24687 -0.58935 -0.25872 -0.603 C -0.27057 -0.61643 -0.30104 -0.64027 -0.33151 -0.66412 " pathEditMode="relative" rAng="0" ptsTypes="AAAAAAAAAAAAAAAAAAA">
                                      <p:cBhvr>
                                        <p:cTn id="18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53" y="-31829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65 -0.00208 C -0.00261 0.01991 -0.00157 0.04213 0.00755 0.05255 C 0.01666 0.06273 0.03151 0.06621 0.05104 0.05903 C 0.07057 0.05209 0.1125 0.02385 0.12448 0.00972 C 0.13659 -0.00416 0.11849 -0.01458 0.12304 -0.02477 C 0.1276 -0.03518 0.14179 -0.04352 0.15156 -0.05162 C 0.16132 -0.05949 0.17721 -0.06018 0.18151 -0.07291 C 0.18593 -0.08541 0.17747 -0.11365 0.17773 -0.12754 C 0.17812 -0.1412 0.17135 -0.14537 0.18385 -0.15555 C 0.19622 -0.16574 0.23385 -0.17384 0.25208 -0.18889 C 0.27018 -0.2037 0.28255 -0.22893 0.29257 -0.2449 C 0.3026 -0.26088 0.30169 -0.27986 0.31198 -0.28472 C 0.32239 -0.28981 0.34544 -0.28449 0.35481 -0.27407 C 0.36419 -0.26365 0.36627 -0.24305 0.36836 -0.22222 " pathEditMode="relative" rAng="0" ptsTypes="AAAAAAAAAAAAAA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94" y="-10995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.00013 0.00579 C -0.00586 -0.0081 -0.01172 -0.02176 -0.02409 -0.03148 C -0.03633 -0.0412 -0.05898 -0.04421 -0.07357 -0.05231 C -0.08828 -0.06041 -0.10586 -0.06412 -0.11211 -0.08009 C -0.11823 -0.09629 -0.11211 -0.13541 -0.1108 -0.14861 C -0.10937 -0.1618 -0.10651 -0.16041 -0.10351 -0.15902 " pathEditMode="relative" rAng="0" ptsTypes="AAAAAA">
                                      <p:cBhvr>
                                        <p:cTn id="2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55" y="-8287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00442 0.04954 C -0.01145 0.0632 -0.01848 0.07709 -0.0332 0.07848 C -0.04792 0.07986 -0.07044 0.06922 -0.09257 0.05764 C -0.11459 0.04607 -0.13803 0.03334 -0.1655 0.0088 C -0.1931 -0.01551 -0.24362 -0.07777 -0.25743 -0.08842 " pathEditMode="relative" rAng="0" ptsTypes="AAAAA">
                                      <p:cBhvr>
                                        <p:cTn id="3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56" y="-5463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2.70833E-6 1.11111E-6 C 0.01692 0.01342 0.03385 0.02731 0.05169 0.03449 C 0.06953 0.0419 0.08984 0.04491 0.10664 0.04398 C 0.1233 0.04305 0.13346 0.03194 0.15156 0.02917 C 0.16953 0.02616 0.19062 0.02384 0.21458 0.02708 C 0.23854 0.03009 0.27109 0.04097 0.29583 0.04815 C 0.32031 0.05532 0.3414 0.06273 0.36263 0.07014 " pathEditMode="relative" rAng="0" ptsTypes="AAAAAAA">
                                      <p:cBhvr>
                                        <p:cTn id="34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25" y="3495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2.59259E-6 L 0.06302 0.0537 C 0.08216 0.0699 0.09974 0.08264 0.11432 0.09699 C 0.12904 0.11111 0.14219 0.12546 0.15091 0.13912 C 0.15977 0.15301 0.16797 0.16597 0.16693 0.18009 C 0.16563 0.19444 0.15664 0.21203 0.14401 0.22477 C 0.13151 0.23773 0.10729 0.25208 0.09167 0.25764 C 0.07578 0.26296 0.05586 0.25671 0.04987 0.25764 " pathEditMode="relative" rAng="0" ptsTypes="AAAAAAAA">
                                      <p:cBhvr>
                                        <p:cTn id="5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46" y="12986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9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0078 -0.02037 C -0.01094 0.00139 -0.02123 0.02315 -0.02136 0.04306 C -0.02149 0.06273 -0.01498 0.08264 -0.00169 0.09861 C 0.01159 0.11436 0.0431 0.12199 0.0582 0.1382 C 0.07318 0.1544 0.08737 0.17917 0.08854 0.19537 C 0.08971 0.21135 0.07578 0.22315 0.06536 0.23496 C 0.05495 0.24676 0.03255 0.25348 0.02604 0.26667 C 0.0194 0.27986 0.02982 0.30556 0.02604 0.31436 C 0.02213 0.32292 0.01341 0.31412 0.00273 0.31898 C -0.00781 0.32408 -0.02448 0.33773 -0.03737 0.34445 C -0.05039 0.35116 -0.06341 0.36135 -0.07487 0.3588 C -0.08633 0.35602 -0.10248 0.33195 -0.10612 0.32848 " pathEditMode="relative" ptsTypes="AAAAAAAAAAAA">
                                      <p:cBhvr>
                                        <p:cTn id="64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9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9" presetClass="exit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61 0.04236 C -0.01511 0.05764 -0.02761 0.07292 -0.0444 0.08287 C -0.0612 0.09306 -0.08242 0.09792 -0.10365 0.10278 " pathEditMode="relative" ptsTypes="AAA">
                                      <p:cBhvr>
                                        <p:cTn id="8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9" presetClass="exit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0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00742 0.02523 C -0.01237 0.04097 -0.03216 0.05694 -0.05104 0.06875 C -0.06992 0.08078 -0.10599 0.09629 -0.10599 0.09652 C -0.12383 0.10509 -0.14049 0.11157 -0.15755 0.12176 C -0.17461 0.13194 -0.19153 0.14467 -0.20846 0.1574 " pathEditMode="relative" rAng="0" ptsTypes="AAAAA">
                                      <p:cBhvr>
                                        <p:cTn id="9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794" y="6597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0" presetClass="path" presetSubtype="0" accel="50000" decel="5000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.00365 0.02894 C -0.00989 0.00093 -0.02356 -0.02708 -0.04414 -0.03611 C -0.06458 -0.04513 -0.09935 -0.02546 -0.11914 -0.02546 C -0.13893 -0.02546 -0.15091 -0.03078 -0.16289 -0.03611 " pathEditMode="relative" rAng="0" ptsTypes="AAAA">
                                      <p:cBhvr>
                                        <p:cTn id="93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33" y="-3380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0" presetClass="path" presetSubtype="0" accel="50000" decel="5000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animMotion origin="layout" path="M -0.00417 0.01019 C 0.0082 0.03218 0.0207 0.0544 0.03359 0.06782 C 0.04648 0.08148 0.0582 0.09583 0.07344 0.09144 C 0.08867 0.08704 0.10807 0.05185 0.12513 0.0419 C 0.14232 0.03194 0.16328 0.02523 0.1763 0.03125 C 0.18919 0.0375 0.18542 0.06181 0.20286 0.07847 C 0.22018 0.09514 0.25143 0.11551 0.28047 0.13148 C 0.3095 0.14769 0.35273 0.16227 0.37734 0.17523 C 0.40208 0.18819 0.42852 0.20949 0.42852 0.20949 C 0.45469 0.22801 0.50547 0.26181 0.53464 0.28611 C 0.5638 0.31042 0.59206 0.33657 0.60365 0.35579 C 0.61523 0.375 0.61419 0.38634 0.6043 0.40185 C 0.59453 0.41713 0.56094 0.44213 0.54466 0.44769 C 0.52825 0.45324 0.52253 0.44421 0.50612 0.43472 C 0.48971 0.42523 0.4681 0.40833 0.44635 0.3912 " pathEditMode="relative" ptsTypes="AAAAAAAAAAAAAAA">
                                      <p:cBhvr>
                                        <p:cTn id="97" dur="3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8" presetID="1" presetClass="exit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nodeType="withEffect">
                                  <p:stCondLst>
                                    <p:cond delay="9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8B116B-C863-FD2C-8246-F0901F3F041A}"/>
              </a:ext>
            </a:extLst>
          </p:cNvPr>
          <p:cNvSpPr/>
          <p:nvPr/>
        </p:nvSpPr>
        <p:spPr>
          <a:xfrm>
            <a:off x="-363680" y="-394853"/>
            <a:ext cx="4655126" cy="1174172"/>
          </a:xfrm>
          <a:custGeom>
            <a:avLst/>
            <a:gdLst>
              <a:gd name="csX0" fmla="*/ 0 w 6141027"/>
              <a:gd name="csY0" fmla="*/ 124690 h 1174172"/>
              <a:gd name="csX1" fmla="*/ 6141027 w 6141027"/>
              <a:gd name="csY1" fmla="*/ 0 h 1174172"/>
              <a:gd name="csX2" fmla="*/ 4831773 w 6141027"/>
              <a:gd name="csY2" fmla="*/ 1174172 h 1174172"/>
              <a:gd name="csX3" fmla="*/ 0 w 6141027"/>
              <a:gd name="csY3" fmla="*/ 1174172 h 1174172"/>
              <a:gd name="csX4" fmla="*/ 0 w 6141027"/>
              <a:gd name="csY4" fmla="*/ 124690 h 117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41027" h="1174172">
                <a:moveTo>
                  <a:pt x="0" y="124690"/>
                </a:moveTo>
                <a:lnTo>
                  <a:pt x="6141027" y="0"/>
                </a:lnTo>
                <a:lnTo>
                  <a:pt x="4831773" y="1174172"/>
                </a:lnTo>
                <a:lnTo>
                  <a:pt x="0" y="1174172"/>
                </a:lnTo>
                <a:lnTo>
                  <a:pt x="0" y="12469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33E54-BCB5-A2BE-6865-0ACDDC35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45" y="126135"/>
            <a:ext cx="4544291" cy="65318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Skalierbarkeit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03D578-574E-0FB8-6598-408E95D723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79009" y="1243583"/>
            <a:ext cx="4909359" cy="49093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CBED6AB-0DDC-31C2-68AF-EFCCBB0D398E}"/>
              </a:ext>
            </a:extLst>
          </p:cNvPr>
          <p:cNvSpPr txBox="1"/>
          <p:nvPr/>
        </p:nvSpPr>
        <p:spPr>
          <a:xfrm>
            <a:off x="185567" y="779319"/>
            <a:ext cx="4861497" cy="7115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/>
              <a:t>Schrittweise</a:t>
            </a:r>
            <a:r>
              <a:rPr lang="en-US" dirty="0"/>
              <a:t> pro Dorf </a:t>
            </a:r>
            <a:r>
              <a:rPr lang="en-US" dirty="0" err="1"/>
              <a:t>erweitern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Keine </a:t>
            </a:r>
            <a:r>
              <a:rPr lang="en-US" dirty="0" err="1"/>
              <a:t>Massenversorgung</a:t>
            </a:r>
            <a:r>
              <a:rPr lang="en-US" dirty="0"/>
              <a:t> </a:t>
            </a:r>
            <a:r>
              <a:rPr lang="en-US" dirty="0" err="1"/>
              <a:t>großer</a:t>
            </a:r>
            <a:r>
              <a:rPr lang="en-US" dirty="0"/>
              <a:t> </a:t>
            </a:r>
            <a:r>
              <a:rPr lang="en-US" dirty="0" err="1"/>
              <a:t>Städte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Fokus</a:t>
            </a:r>
            <a:r>
              <a:rPr lang="en-US" dirty="0"/>
              <a:t> auf </a:t>
            </a:r>
            <a:r>
              <a:rPr lang="en-US" dirty="0" err="1"/>
              <a:t>regionale</a:t>
            </a:r>
            <a:r>
              <a:rPr lang="en-US" dirty="0"/>
              <a:t> </a:t>
            </a:r>
            <a:r>
              <a:rPr lang="en-US" dirty="0" err="1"/>
              <a:t>Dörfer</a:t>
            </a:r>
            <a:r>
              <a:rPr lang="en-US" dirty="0"/>
              <a:t> &amp; </a:t>
            </a:r>
            <a:r>
              <a:rPr lang="en-US" dirty="0" err="1"/>
              <a:t>Landwirte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Kurze Wege → </a:t>
            </a:r>
            <a:r>
              <a:rPr lang="en-US" dirty="0" err="1"/>
              <a:t>frisch</a:t>
            </a:r>
            <a:r>
              <a:rPr lang="en-US" dirty="0"/>
              <a:t> &amp; </a:t>
            </a:r>
            <a:r>
              <a:rPr lang="en-US" dirty="0" err="1"/>
              <a:t>lokal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Kleiner </a:t>
            </a:r>
            <a:r>
              <a:rPr lang="en-US" dirty="0" err="1"/>
              <a:t>LocalBite</a:t>
            </a:r>
            <a:r>
              <a:rPr lang="en-US" dirty="0"/>
              <a:t>-Hub </a:t>
            </a:r>
            <a:r>
              <a:rPr lang="en-US" dirty="0" err="1"/>
              <a:t>vor</a:t>
            </a:r>
            <a:r>
              <a:rPr lang="en-US" dirty="0"/>
              <a:t> Ort</a:t>
            </a:r>
          </a:p>
          <a:p>
            <a:pPr lvl="1"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Bei </a:t>
            </a:r>
            <a:r>
              <a:rPr lang="en-US" dirty="0" err="1"/>
              <a:t>niedrigem</a:t>
            </a:r>
            <a:r>
              <a:rPr lang="en-US" dirty="0"/>
              <a:t> </a:t>
            </a:r>
            <a:r>
              <a:rPr lang="en-US" dirty="0" err="1"/>
              <a:t>Bestand</a:t>
            </a:r>
            <a:r>
              <a:rPr lang="en-US" dirty="0"/>
              <a:t> / </a:t>
            </a:r>
            <a:r>
              <a:rPr lang="en-US" dirty="0" err="1"/>
              <a:t>Ausfall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Automatische</a:t>
            </a:r>
            <a:r>
              <a:rPr lang="en-US" dirty="0"/>
              <a:t> </a:t>
            </a:r>
            <a:r>
              <a:rPr lang="en-US" dirty="0" err="1"/>
              <a:t>Erkennung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Nachbardorf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 </a:t>
            </a:r>
            <a:r>
              <a:rPr lang="en-US" dirty="0" err="1"/>
              <a:t>aushelfen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/>
              <a:t>Saisonale</a:t>
            </a:r>
            <a:r>
              <a:rPr lang="en-US" dirty="0"/>
              <a:t> </a:t>
            </a:r>
            <a:r>
              <a:rPr lang="en-US" dirty="0" err="1"/>
              <a:t>Produkte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Nicht </a:t>
            </a:r>
            <a:r>
              <a:rPr lang="en-US" dirty="0" err="1"/>
              <a:t>künstlich</a:t>
            </a:r>
            <a:r>
              <a:rPr lang="en-US" dirty="0"/>
              <a:t> </a:t>
            </a:r>
            <a:r>
              <a:rPr lang="en-US" dirty="0" err="1"/>
              <a:t>verfügbar</a:t>
            </a:r>
            <a:r>
              <a:rPr lang="en-US" dirty="0"/>
              <a:t> </a:t>
            </a:r>
            <a:r>
              <a:rPr lang="en-US" dirty="0" err="1"/>
              <a:t>halten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Anzeige, </a:t>
            </a:r>
            <a:r>
              <a:rPr lang="en-US" dirty="0" err="1"/>
              <a:t>wann</a:t>
            </a:r>
            <a:r>
              <a:rPr lang="en-US" dirty="0"/>
              <a:t> </a:t>
            </a:r>
            <a:r>
              <a:rPr lang="en-US" dirty="0" err="1"/>
              <a:t>wieder</a:t>
            </a:r>
            <a:r>
              <a:rPr lang="en-US" dirty="0"/>
              <a:t> </a:t>
            </a:r>
            <a:r>
              <a:rPr lang="en-US" dirty="0" err="1"/>
              <a:t>verfügbar</a:t>
            </a:r>
            <a:r>
              <a:rPr lang="en-US" dirty="0"/>
              <a:t> </a:t>
            </a:r>
            <a:r>
              <a:rPr lang="en-US" dirty="0" err="1"/>
              <a:t>ist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Jeweils</a:t>
            </a:r>
            <a:r>
              <a:rPr lang="en-US" dirty="0"/>
              <a:t> </a:t>
            </a:r>
            <a:r>
              <a:rPr lang="en-US" dirty="0" err="1"/>
              <a:t>kleine</a:t>
            </a:r>
            <a:r>
              <a:rPr lang="en-US" dirty="0"/>
              <a:t> </a:t>
            </a:r>
            <a:r>
              <a:rPr lang="en-US" dirty="0" err="1"/>
              <a:t>Lernseiten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Mehr für </a:t>
            </a:r>
            <a:r>
              <a:rPr lang="en-US" dirty="0" err="1"/>
              <a:t>Landwirte</a:t>
            </a:r>
            <a:r>
              <a:rPr lang="en-US" dirty="0"/>
              <a:t> </a:t>
            </a:r>
            <a:r>
              <a:rPr lang="en-US" dirty="0" err="1"/>
              <a:t>intressiert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Äpfel </a:t>
            </a:r>
            <a:r>
              <a:rPr lang="en-US" dirty="0" err="1"/>
              <a:t>beispiel</a:t>
            </a:r>
            <a:r>
              <a:rPr lang="en-US" dirty="0"/>
              <a:t> Problem</a:t>
            </a:r>
          </a:p>
        </p:txBody>
      </p:sp>
    </p:spTree>
    <p:extLst>
      <p:ext uri="{BB962C8B-B14F-4D97-AF65-F5344CB8AC3E}">
        <p14:creationId xmlns:p14="http://schemas.microsoft.com/office/powerpoint/2010/main" val="4001468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9681C-5976-DFE8-BA0C-8DF6FD8FF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BFB4AD-D58D-4E25-B423-9EF9D42705BF}"/>
              </a:ext>
            </a:extLst>
          </p:cNvPr>
          <p:cNvSpPr txBox="1"/>
          <p:nvPr/>
        </p:nvSpPr>
        <p:spPr>
          <a:xfrm>
            <a:off x="185567" y="779319"/>
            <a:ext cx="4861497" cy="7115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/>
              <a:t>Schrittweise</a:t>
            </a:r>
            <a:r>
              <a:rPr lang="en-US" dirty="0"/>
              <a:t> pro Dorf </a:t>
            </a:r>
            <a:r>
              <a:rPr lang="en-US" dirty="0" err="1"/>
              <a:t>erweitern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Keine </a:t>
            </a:r>
            <a:r>
              <a:rPr lang="en-US" dirty="0" err="1"/>
              <a:t>Massenversorgung</a:t>
            </a:r>
            <a:r>
              <a:rPr lang="en-US" dirty="0"/>
              <a:t> </a:t>
            </a:r>
            <a:r>
              <a:rPr lang="en-US" dirty="0" err="1"/>
              <a:t>großer</a:t>
            </a:r>
            <a:r>
              <a:rPr lang="en-US" dirty="0"/>
              <a:t> </a:t>
            </a:r>
            <a:r>
              <a:rPr lang="en-US" dirty="0" err="1"/>
              <a:t>Städte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Fokus</a:t>
            </a:r>
            <a:r>
              <a:rPr lang="en-US" dirty="0"/>
              <a:t> auf </a:t>
            </a:r>
            <a:r>
              <a:rPr lang="en-US" dirty="0" err="1"/>
              <a:t>regionale</a:t>
            </a:r>
            <a:r>
              <a:rPr lang="en-US" dirty="0"/>
              <a:t> </a:t>
            </a:r>
            <a:r>
              <a:rPr lang="en-US" dirty="0" err="1"/>
              <a:t>Dörfer</a:t>
            </a:r>
            <a:r>
              <a:rPr lang="en-US" dirty="0"/>
              <a:t> &amp; </a:t>
            </a:r>
            <a:r>
              <a:rPr lang="en-US" dirty="0" err="1"/>
              <a:t>Landwirte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Kurze Wege → </a:t>
            </a:r>
            <a:r>
              <a:rPr lang="en-US" dirty="0" err="1"/>
              <a:t>frisch</a:t>
            </a:r>
            <a:r>
              <a:rPr lang="en-US" dirty="0"/>
              <a:t> &amp; </a:t>
            </a:r>
            <a:r>
              <a:rPr lang="en-US" dirty="0" err="1"/>
              <a:t>lokal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Kleiner </a:t>
            </a:r>
            <a:r>
              <a:rPr lang="en-US" dirty="0" err="1"/>
              <a:t>LocalBite</a:t>
            </a:r>
            <a:r>
              <a:rPr lang="en-US" dirty="0"/>
              <a:t>-Hub </a:t>
            </a:r>
            <a:r>
              <a:rPr lang="en-US" dirty="0" err="1"/>
              <a:t>vor</a:t>
            </a:r>
            <a:r>
              <a:rPr lang="en-US" dirty="0"/>
              <a:t> Ort</a:t>
            </a:r>
          </a:p>
          <a:p>
            <a:pPr lvl="1"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Bei </a:t>
            </a:r>
            <a:r>
              <a:rPr lang="en-US" dirty="0" err="1"/>
              <a:t>niedrigem</a:t>
            </a:r>
            <a:r>
              <a:rPr lang="en-US" dirty="0"/>
              <a:t> </a:t>
            </a:r>
            <a:r>
              <a:rPr lang="en-US" dirty="0" err="1"/>
              <a:t>Bestand</a:t>
            </a:r>
            <a:r>
              <a:rPr lang="en-US" dirty="0"/>
              <a:t> / </a:t>
            </a:r>
            <a:r>
              <a:rPr lang="en-US" dirty="0" err="1"/>
              <a:t>Ausfall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Automatische</a:t>
            </a:r>
            <a:r>
              <a:rPr lang="en-US" dirty="0"/>
              <a:t> </a:t>
            </a:r>
            <a:r>
              <a:rPr lang="en-US" dirty="0" err="1"/>
              <a:t>Erkennung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Nachbardorf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 </a:t>
            </a:r>
            <a:r>
              <a:rPr lang="en-US" dirty="0" err="1"/>
              <a:t>aushelfen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/>
              <a:t>Saisonale</a:t>
            </a:r>
            <a:r>
              <a:rPr lang="en-US" dirty="0"/>
              <a:t> </a:t>
            </a:r>
            <a:r>
              <a:rPr lang="en-US" dirty="0" err="1"/>
              <a:t>Produkte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Nicht </a:t>
            </a:r>
            <a:r>
              <a:rPr lang="en-US" dirty="0" err="1"/>
              <a:t>künstlich</a:t>
            </a:r>
            <a:r>
              <a:rPr lang="en-US" dirty="0"/>
              <a:t> </a:t>
            </a:r>
            <a:r>
              <a:rPr lang="en-US" dirty="0" err="1"/>
              <a:t>verfügbar</a:t>
            </a:r>
            <a:r>
              <a:rPr lang="en-US" dirty="0"/>
              <a:t> </a:t>
            </a:r>
            <a:r>
              <a:rPr lang="en-US" dirty="0" err="1"/>
              <a:t>halten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Anzeige, </a:t>
            </a:r>
            <a:r>
              <a:rPr lang="en-US" dirty="0" err="1"/>
              <a:t>wann</a:t>
            </a:r>
            <a:r>
              <a:rPr lang="en-US" dirty="0"/>
              <a:t> </a:t>
            </a:r>
            <a:r>
              <a:rPr lang="en-US" dirty="0" err="1"/>
              <a:t>wieder</a:t>
            </a:r>
            <a:r>
              <a:rPr lang="en-US" dirty="0"/>
              <a:t> </a:t>
            </a:r>
            <a:r>
              <a:rPr lang="en-US" dirty="0" err="1"/>
              <a:t>verfügbar</a:t>
            </a:r>
            <a:r>
              <a:rPr lang="en-US" dirty="0"/>
              <a:t> </a:t>
            </a:r>
            <a:r>
              <a:rPr lang="en-US" dirty="0" err="1"/>
              <a:t>ist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Jeweils</a:t>
            </a:r>
            <a:r>
              <a:rPr lang="en-US" dirty="0"/>
              <a:t> </a:t>
            </a:r>
            <a:r>
              <a:rPr lang="en-US" dirty="0" err="1"/>
              <a:t>kleine</a:t>
            </a:r>
            <a:r>
              <a:rPr lang="en-US" dirty="0"/>
              <a:t> </a:t>
            </a:r>
            <a:r>
              <a:rPr lang="en-US" dirty="0" err="1"/>
              <a:t>Lernseiten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Mehr für </a:t>
            </a:r>
            <a:r>
              <a:rPr lang="en-US" dirty="0" err="1"/>
              <a:t>Landwirte</a:t>
            </a:r>
            <a:r>
              <a:rPr lang="en-US" dirty="0"/>
              <a:t> </a:t>
            </a:r>
            <a:r>
              <a:rPr lang="en-US" dirty="0" err="1"/>
              <a:t>intressiert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Äpfel </a:t>
            </a:r>
            <a:r>
              <a:rPr lang="en-US" dirty="0" err="1"/>
              <a:t>beispiel</a:t>
            </a:r>
            <a:r>
              <a:rPr lang="en-US" dirty="0"/>
              <a:t> Problem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D5DCB20-252B-D458-687E-421E335C2B5A}"/>
              </a:ext>
            </a:extLst>
          </p:cNvPr>
          <p:cNvSpPr/>
          <p:nvPr/>
        </p:nvSpPr>
        <p:spPr>
          <a:xfrm>
            <a:off x="-1013254" y="-617838"/>
            <a:ext cx="7447005" cy="13971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594CE669-733C-F537-6529-F061BC5C98A8}"/>
              </a:ext>
            </a:extLst>
          </p:cNvPr>
          <p:cNvSpPr/>
          <p:nvPr/>
        </p:nvSpPr>
        <p:spPr>
          <a:xfrm>
            <a:off x="7713532" y="4008675"/>
            <a:ext cx="2138516" cy="663677"/>
          </a:xfrm>
          <a:custGeom>
            <a:avLst/>
            <a:gdLst>
              <a:gd name="csX0" fmla="*/ 2138516 w 2138516"/>
              <a:gd name="csY0" fmla="*/ 0 h 663677"/>
              <a:gd name="csX1" fmla="*/ 1732935 w 2138516"/>
              <a:gd name="csY1" fmla="*/ 317090 h 663677"/>
              <a:gd name="csX2" fmla="*/ 1253613 w 2138516"/>
              <a:gd name="csY2" fmla="*/ 302342 h 663677"/>
              <a:gd name="csX3" fmla="*/ 803787 w 2138516"/>
              <a:gd name="csY3" fmla="*/ 390832 h 663677"/>
              <a:gd name="csX4" fmla="*/ 390832 w 2138516"/>
              <a:gd name="csY4" fmla="*/ 501445 h 663677"/>
              <a:gd name="csX5" fmla="*/ 0 w 2138516"/>
              <a:gd name="csY5" fmla="*/ 663677 h 6636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138516" h="663677">
                <a:moveTo>
                  <a:pt x="2138516" y="0"/>
                </a:moveTo>
                <a:cubicBezTo>
                  <a:pt x="2009467" y="133350"/>
                  <a:pt x="1880419" y="266700"/>
                  <a:pt x="1732935" y="317090"/>
                </a:cubicBezTo>
                <a:cubicBezTo>
                  <a:pt x="1585451" y="367480"/>
                  <a:pt x="1408471" y="290052"/>
                  <a:pt x="1253613" y="302342"/>
                </a:cubicBezTo>
                <a:cubicBezTo>
                  <a:pt x="1098755" y="314632"/>
                  <a:pt x="947584" y="357648"/>
                  <a:pt x="803787" y="390832"/>
                </a:cubicBezTo>
                <a:cubicBezTo>
                  <a:pt x="659990" y="424016"/>
                  <a:pt x="524796" y="455971"/>
                  <a:pt x="390832" y="501445"/>
                </a:cubicBezTo>
                <a:cubicBezTo>
                  <a:pt x="256867" y="546919"/>
                  <a:pt x="39329" y="615745"/>
                  <a:pt x="0" y="663677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D12738-8B2C-B6B3-4186-00E8948617F0}"/>
              </a:ext>
            </a:extLst>
          </p:cNvPr>
          <p:cNvSpPr/>
          <p:nvPr/>
        </p:nvSpPr>
        <p:spPr>
          <a:xfrm>
            <a:off x="-363680" y="-394853"/>
            <a:ext cx="4655126" cy="1174172"/>
          </a:xfrm>
          <a:custGeom>
            <a:avLst/>
            <a:gdLst>
              <a:gd name="csX0" fmla="*/ 0 w 6141027"/>
              <a:gd name="csY0" fmla="*/ 124690 h 1174172"/>
              <a:gd name="csX1" fmla="*/ 6141027 w 6141027"/>
              <a:gd name="csY1" fmla="*/ 0 h 1174172"/>
              <a:gd name="csX2" fmla="*/ 4831773 w 6141027"/>
              <a:gd name="csY2" fmla="*/ 1174172 h 1174172"/>
              <a:gd name="csX3" fmla="*/ 0 w 6141027"/>
              <a:gd name="csY3" fmla="*/ 1174172 h 1174172"/>
              <a:gd name="csX4" fmla="*/ 0 w 6141027"/>
              <a:gd name="csY4" fmla="*/ 124690 h 117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41027" h="1174172">
                <a:moveTo>
                  <a:pt x="0" y="124690"/>
                </a:moveTo>
                <a:lnTo>
                  <a:pt x="6141027" y="0"/>
                </a:lnTo>
                <a:lnTo>
                  <a:pt x="4831773" y="1174172"/>
                </a:lnTo>
                <a:lnTo>
                  <a:pt x="0" y="1174172"/>
                </a:lnTo>
                <a:lnTo>
                  <a:pt x="0" y="12469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57F39BD-22BB-EF24-770A-46CD855A3F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83062" y="1459977"/>
            <a:ext cx="1940917" cy="19409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048D51-009E-A458-7DBC-D68D83EE9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45" y="126135"/>
            <a:ext cx="4544291" cy="65318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Skalierbarkeit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B5D00AE-4BB5-50B4-DB11-3456AADAF5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16228" y="1553978"/>
            <a:ext cx="1846916" cy="18469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2CA516-C263-9AF0-BC18-6D9CCB5793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089977" y="1849735"/>
            <a:ext cx="2632363" cy="26323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7C1215-AADA-4D84-5076-4B064B19CF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385678" y="3457106"/>
            <a:ext cx="2632363" cy="26323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F1EB3B5-A2E8-8C95-DF49-A2FAD733028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538356" y="244157"/>
            <a:ext cx="1845370" cy="184537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0C60A-F867-6851-B655-95DC81053A4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3063" t="47050" r="51202" b="38618"/>
          <a:stretch>
            <a:fillRect/>
          </a:stretch>
        </p:blipFill>
        <p:spPr>
          <a:xfrm flipH="1">
            <a:off x="9525916" y="3688885"/>
            <a:ext cx="773888" cy="46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7008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2.22222E-6 C -0.00573 0.00139 -0.01159 0.00278 -0.01614 0.00903 C -0.02057 0.01528 -0.02226 0.02963 -0.02682 0.03704 C -0.03138 0.04468 -0.03633 0.05116 -0.04362 0.05347 C -0.05104 0.05579 -0.0612 0.05023 -0.0707 0.0507 C -0.08021 0.05116 -0.09062 0.05301 -0.10078 0.05625 C -0.11094 0.05949 -0.12174 0.06644 -0.13138 0.06991 C -0.14114 0.07338 -0.15 0.07222 -0.15898 0.07709 C -0.16797 0.08195 -0.17864 0.09213 -0.18542 0.09908 " pathEditMode="relative" ptsTypes="AAAAAAAAA">
                                      <p:cBhvr>
                                        <p:cTn id="2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FC564-8D52-9361-DC33-26385848D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697F17-9464-7984-44EA-9B7DA8D520C9}"/>
              </a:ext>
            </a:extLst>
          </p:cNvPr>
          <p:cNvSpPr txBox="1"/>
          <p:nvPr/>
        </p:nvSpPr>
        <p:spPr>
          <a:xfrm>
            <a:off x="185567" y="-1593179"/>
            <a:ext cx="4861497" cy="7115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/>
              <a:t>Schrittweise</a:t>
            </a:r>
            <a:r>
              <a:rPr lang="en-US" dirty="0"/>
              <a:t> pro Dorf </a:t>
            </a:r>
            <a:r>
              <a:rPr lang="en-US" dirty="0" err="1"/>
              <a:t>erweitern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Keine </a:t>
            </a:r>
            <a:r>
              <a:rPr lang="en-US" dirty="0" err="1"/>
              <a:t>Massenversorgung</a:t>
            </a:r>
            <a:r>
              <a:rPr lang="en-US" dirty="0"/>
              <a:t> </a:t>
            </a:r>
            <a:r>
              <a:rPr lang="en-US" dirty="0" err="1"/>
              <a:t>großer</a:t>
            </a:r>
            <a:r>
              <a:rPr lang="en-US" dirty="0"/>
              <a:t> </a:t>
            </a:r>
            <a:r>
              <a:rPr lang="en-US" dirty="0" err="1"/>
              <a:t>Städte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Fokus</a:t>
            </a:r>
            <a:r>
              <a:rPr lang="en-US" dirty="0"/>
              <a:t> auf </a:t>
            </a:r>
            <a:r>
              <a:rPr lang="en-US" dirty="0" err="1"/>
              <a:t>regionale</a:t>
            </a:r>
            <a:r>
              <a:rPr lang="en-US" dirty="0"/>
              <a:t> </a:t>
            </a:r>
            <a:r>
              <a:rPr lang="en-US" dirty="0" err="1"/>
              <a:t>Dörfer</a:t>
            </a:r>
            <a:r>
              <a:rPr lang="en-US" dirty="0"/>
              <a:t> &amp; </a:t>
            </a:r>
            <a:r>
              <a:rPr lang="en-US" dirty="0" err="1"/>
              <a:t>Landwirte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Kurze Wege → </a:t>
            </a:r>
            <a:r>
              <a:rPr lang="en-US" dirty="0" err="1"/>
              <a:t>frisch</a:t>
            </a:r>
            <a:r>
              <a:rPr lang="en-US" dirty="0"/>
              <a:t> &amp; </a:t>
            </a:r>
            <a:r>
              <a:rPr lang="en-US" dirty="0" err="1"/>
              <a:t>lokal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Kleiner </a:t>
            </a:r>
            <a:r>
              <a:rPr lang="en-US" dirty="0" err="1"/>
              <a:t>LocalBite</a:t>
            </a:r>
            <a:r>
              <a:rPr lang="en-US" dirty="0"/>
              <a:t>-Hub </a:t>
            </a:r>
            <a:r>
              <a:rPr lang="en-US" dirty="0" err="1"/>
              <a:t>vor</a:t>
            </a:r>
            <a:r>
              <a:rPr lang="en-US" dirty="0"/>
              <a:t> Ort</a:t>
            </a:r>
          </a:p>
          <a:p>
            <a:pPr lvl="1"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Bei </a:t>
            </a:r>
            <a:r>
              <a:rPr lang="en-US" dirty="0" err="1"/>
              <a:t>niedrigem</a:t>
            </a:r>
            <a:r>
              <a:rPr lang="en-US" dirty="0"/>
              <a:t> </a:t>
            </a:r>
            <a:r>
              <a:rPr lang="en-US" dirty="0" err="1"/>
              <a:t>Bestand</a:t>
            </a:r>
            <a:r>
              <a:rPr lang="en-US" dirty="0"/>
              <a:t> / </a:t>
            </a:r>
            <a:r>
              <a:rPr lang="en-US" dirty="0" err="1"/>
              <a:t>Ausfall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Automatische</a:t>
            </a:r>
            <a:r>
              <a:rPr lang="en-US" dirty="0"/>
              <a:t> </a:t>
            </a:r>
            <a:r>
              <a:rPr lang="en-US" dirty="0" err="1"/>
              <a:t>Erkennung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Nachbardorf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 </a:t>
            </a:r>
            <a:r>
              <a:rPr lang="en-US" dirty="0" err="1"/>
              <a:t>aushelfen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/>
              <a:t>Saisonale</a:t>
            </a:r>
            <a:r>
              <a:rPr lang="en-US" dirty="0"/>
              <a:t> </a:t>
            </a:r>
            <a:r>
              <a:rPr lang="en-US" dirty="0" err="1"/>
              <a:t>Produkte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Nicht </a:t>
            </a:r>
            <a:r>
              <a:rPr lang="en-US" dirty="0" err="1"/>
              <a:t>künstlich</a:t>
            </a:r>
            <a:r>
              <a:rPr lang="en-US" dirty="0"/>
              <a:t> </a:t>
            </a:r>
            <a:r>
              <a:rPr lang="en-US" dirty="0" err="1"/>
              <a:t>verfügbar</a:t>
            </a:r>
            <a:r>
              <a:rPr lang="en-US" dirty="0"/>
              <a:t> </a:t>
            </a:r>
            <a:r>
              <a:rPr lang="en-US" dirty="0" err="1"/>
              <a:t>halten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Anzeige, </a:t>
            </a:r>
            <a:r>
              <a:rPr lang="en-US" dirty="0" err="1"/>
              <a:t>wann</a:t>
            </a:r>
            <a:r>
              <a:rPr lang="en-US" dirty="0"/>
              <a:t> </a:t>
            </a:r>
            <a:r>
              <a:rPr lang="en-US" dirty="0" err="1"/>
              <a:t>wieder</a:t>
            </a:r>
            <a:r>
              <a:rPr lang="en-US" dirty="0"/>
              <a:t> </a:t>
            </a:r>
            <a:r>
              <a:rPr lang="en-US" dirty="0" err="1"/>
              <a:t>verfügbar</a:t>
            </a:r>
            <a:r>
              <a:rPr lang="en-US" dirty="0"/>
              <a:t> </a:t>
            </a:r>
            <a:r>
              <a:rPr lang="en-US" dirty="0" err="1"/>
              <a:t>ist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Jeweils</a:t>
            </a:r>
            <a:r>
              <a:rPr lang="en-US" dirty="0"/>
              <a:t> </a:t>
            </a:r>
            <a:r>
              <a:rPr lang="en-US" dirty="0" err="1"/>
              <a:t>kleine</a:t>
            </a:r>
            <a:r>
              <a:rPr lang="en-US" dirty="0"/>
              <a:t> </a:t>
            </a:r>
            <a:r>
              <a:rPr lang="en-US" dirty="0" err="1"/>
              <a:t>Lernseiten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Mehr für </a:t>
            </a:r>
            <a:r>
              <a:rPr lang="en-US" dirty="0" err="1"/>
              <a:t>Landwirte</a:t>
            </a:r>
            <a:r>
              <a:rPr lang="en-US" dirty="0"/>
              <a:t> </a:t>
            </a:r>
            <a:r>
              <a:rPr lang="en-US" dirty="0" err="1"/>
              <a:t>intressiert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Äpfel </a:t>
            </a:r>
            <a:r>
              <a:rPr lang="en-US" dirty="0" err="1"/>
              <a:t>beispiel</a:t>
            </a:r>
            <a:r>
              <a:rPr lang="en-US" dirty="0"/>
              <a:t> Problem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C119D6-997A-C6AA-5BF4-4D4A982DC684}"/>
              </a:ext>
            </a:extLst>
          </p:cNvPr>
          <p:cNvSpPr/>
          <p:nvPr/>
        </p:nvSpPr>
        <p:spPr>
          <a:xfrm>
            <a:off x="-926168" y="-617838"/>
            <a:ext cx="7447005" cy="13971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F6798B-9CA9-663C-F627-8703D527F437}"/>
              </a:ext>
            </a:extLst>
          </p:cNvPr>
          <p:cNvSpPr/>
          <p:nvPr/>
        </p:nvSpPr>
        <p:spPr>
          <a:xfrm>
            <a:off x="-363680" y="-394853"/>
            <a:ext cx="4655126" cy="1174172"/>
          </a:xfrm>
          <a:custGeom>
            <a:avLst/>
            <a:gdLst>
              <a:gd name="csX0" fmla="*/ 0 w 6141027"/>
              <a:gd name="csY0" fmla="*/ 124690 h 1174172"/>
              <a:gd name="csX1" fmla="*/ 6141027 w 6141027"/>
              <a:gd name="csY1" fmla="*/ 0 h 1174172"/>
              <a:gd name="csX2" fmla="*/ 4831773 w 6141027"/>
              <a:gd name="csY2" fmla="*/ 1174172 h 1174172"/>
              <a:gd name="csX3" fmla="*/ 0 w 6141027"/>
              <a:gd name="csY3" fmla="*/ 1174172 h 1174172"/>
              <a:gd name="csX4" fmla="*/ 0 w 6141027"/>
              <a:gd name="csY4" fmla="*/ 124690 h 117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41027" h="1174172">
                <a:moveTo>
                  <a:pt x="0" y="124690"/>
                </a:moveTo>
                <a:lnTo>
                  <a:pt x="6141027" y="0"/>
                </a:lnTo>
                <a:lnTo>
                  <a:pt x="4831773" y="1174172"/>
                </a:lnTo>
                <a:lnTo>
                  <a:pt x="0" y="1174172"/>
                </a:lnTo>
                <a:lnTo>
                  <a:pt x="0" y="12469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1A1C41-83C7-C10A-6DD6-0F890711E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45" y="126135"/>
            <a:ext cx="4544291" cy="65318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Skalierbarkeit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637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8EA17-3F75-7AE6-F8D4-49389AE82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441E468-F50E-7FB2-FF9A-656C9ABC2A79}"/>
              </a:ext>
            </a:extLst>
          </p:cNvPr>
          <p:cNvSpPr/>
          <p:nvPr/>
        </p:nvSpPr>
        <p:spPr>
          <a:xfrm>
            <a:off x="-926168" y="-617838"/>
            <a:ext cx="7447005" cy="13971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5F005D-985F-C0C5-9EC2-3CECF92DD205}"/>
              </a:ext>
            </a:extLst>
          </p:cNvPr>
          <p:cNvSpPr/>
          <p:nvPr/>
        </p:nvSpPr>
        <p:spPr>
          <a:xfrm>
            <a:off x="-347870" y="-394853"/>
            <a:ext cx="5275419" cy="1174172"/>
          </a:xfrm>
          <a:custGeom>
            <a:avLst/>
            <a:gdLst>
              <a:gd name="csX0" fmla="*/ 0 w 6141027"/>
              <a:gd name="csY0" fmla="*/ 124690 h 1174172"/>
              <a:gd name="csX1" fmla="*/ 6141027 w 6141027"/>
              <a:gd name="csY1" fmla="*/ 0 h 1174172"/>
              <a:gd name="csX2" fmla="*/ 4831773 w 6141027"/>
              <a:gd name="csY2" fmla="*/ 1174172 h 1174172"/>
              <a:gd name="csX3" fmla="*/ 0 w 6141027"/>
              <a:gd name="csY3" fmla="*/ 1174172 h 1174172"/>
              <a:gd name="csX4" fmla="*/ 0 w 6141027"/>
              <a:gd name="csY4" fmla="*/ 124690 h 117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41027" h="1174172">
                <a:moveTo>
                  <a:pt x="0" y="124690"/>
                </a:moveTo>
                <a:lnTo>
                  <a:pt x="6141027" y="0"/>
                </a:lnTo>
                <a:lnTo>
                  <a:pt x="4831773" y="1174172"/>
                </a:lnTo>
                <a:lnTo>
                  <a:pt x="0" y="1174172"/>
                </a:lnTo>
                <a:lnTo>
                  <a:pt x="0" y="12469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B7219E-B56D-242F-45D6-11E3C7E23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45" y="126135"/>
            <a:ext cx="4544291" cy="65318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Zukunftsrelevanz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08208-0591-DFAB-26F4-8D1EE00395BE}"/>
              </a:ext>
            </a:extLst>
          </p:cNvPr>
          <p:cNvSpPr txBox="1"/>
          <p:nvPr/>
        </p:nvSpPr>
        <p:spPr>
          <a:xfrm>
            <a:off x="294514" y="1002304"/>
            <a:ext cx="7225761" cy="50383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Lebensmittelwelt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immer </a:t>
            </a:r>
            <a:r>
              <a:rPr lang="en-US" dirty="0" err="1"/>
              <a:t>stärker</a:t>
            </a:r>
            <a:r>
              <a:rPr lang="en-US" dirty="0"/>
              <a:t> </a:t>
            </a:r>
            <a:r>
              <a:rPr lang="en-US" dirty="0" err="1"/>
              <a:t>verarbeitet</a:t>
            </a:r>
            <a:r>
              <a:rPr lang="en-US" dirty="0"/>
              <a:t> / </a:t>
            </a:r>
            <a:r>
              <a:rPr lang="en-US" dirty="0" err="1"/>
              <a:t>technisiert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Herkunft</a:t>
            </a:r>
            <a:r>
              <a:rPr lang="en-US" dirty="0"/>
              <a:t> von </a:t>
            </a:r>
            <a:r>
              <a:rPr lang="en-US" dirty="0" err="1"/>
              <a:t>Lebensmitteln</a:t>
            </a:r>
            <a:r>
              <a:rPr lang="en-US" dirty="0"/>
              <a:t> oft </a:t>
            </a:r>
            <a:r>
              <a:rPr lang="en-US" dirty="0" err="1"/>
              <a:t>schwer</a:t>
            </a:r>
            <a:r>
              <a:rPr lang="en-US" dirty="0"/>
              <a:t> </a:t>
            </a:r>
            <a:r>
              <a:rPr lang="en-US" dirty="0" err="1"/>
              <a:t>nachvollziehbar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Einfacherer</a:t>
            </a:r>
            <a:r>
              <a:rPr lang="en-US" dirty="0"/>
              <a:t> </a:t>
            </a:r>
            <a:r>
              <a:rPr lang="en-US" dirty="0" err="1"/>
              <a:t>direkter</a:t>
            </a:r>
            <a:r>
              <a:rPr lang="en-US" dirty="0"/>
              <a:t> </a:t>
            </a:r>
            <a:r>
              <a:rPr lang="en-US" dirty="0" err="1"/>
              <a:t>Zugang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regionalen</a:t>
            </a:r>
            <a:r>
              <a:rPr lang="en-US" dirty="0"/>
              <a:t> </a:t>
            </a:r>
            <a:r>
              <a:rPr lang="en-US" dirty="0" err="1"/>
              <a:t>Landwirten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Regionale &amp; </a:t>
            </a:r>
            <a:r>
              <a:rPr lang="en-US" dirty="0" err="1"/>
              <a:t>saisonale</a:t>
            </a:r>
            <a:r>
              <a:rPr lang="en-US" dirty="0"/>
              <a:t> </a:t>
            </a:r>
            <a:r>
              <a:rPr lang="en-US" dirty="0" err="1"/>
              <a:t>Ernährung</a:t>
            </a:r>
            <a:r>
              <a:rPr lang="en-US" dirty="0"/>
              <a:t> </a:t>
            </a:r>
            <a:r>
              <a:rPr lang="en-US" dirty="0" err="1"/>
              <a:t>fördern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Zusätzliche</a:t>
            </a:r>
            <a:r>
              <a:rPr lang="en-US" dirty="0"/>
              <a:t> </a:t>
            </a:r>
            <a:r>
              <a:rPr lang="en-US" dirty="0" err="1"/>
              <a:t>Absatzwege</a:t>
            </a:r>
            <a:r>
              <a:rPr lang="en-US" dirty="0"/>
              <a:t> für </a:t>
            </a:r>
            <a:r>
              <a:rPr lang="en-US" dirty="0" err="1"/>
              <a:t>Landwirte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Moderne </a:t>
            </a:r>
            <a:r>
              <a:rPr lang="en-US" dirty="0" err="1"/>
              <a:t>Plattform</a:t>
            </a:r>
            <a:r>
              <a:rPr lang="en-US" dirty="0"/>
              <a:t> + </a:t>
            </a:r>
            <a:r>
              <a:rPr lang="en-US" dirty="0" err="1"/>
              <a:t>klassische</a:t>
            </a:r>
            <a:r>
              <a:rPr lang="en-US" dirty="0"/>
              <a:t> </a:t>
            </a:r>
            <a:r>
              <a:rPr lang="en-US" dirty="0" err="1"/>
              <a:t>Regionalität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Mehrere</a:t>
            </a:r>
            <a:r>
              <a:rPr lang="en-US" dirty="0"/>
              <a:t> </a:t>
            </a:r>
            <a:r>
              <a:rPr lang="en-US" dirty="0" err="1"/>
              <a:t>Höfe</a:t>
            </a:r>
            <a:r>
              <a:rPr lang="en-US" dirty="0"/>
              <a:t> &amp; </a:t>
            </a:r>
            <a:r>
              <a:rPr lang="en-US" dirty="0" err="1"/>
              <a:t>Regionen</a:t>
            </a:r>
            <a:r>
              <a:rPr lang="en-US" dirty="0"/>
              <a:t> → </a:t>
            </a:r>
            <a:r>
              <a:rPr lang="en-US" dirty="0" err="1"/>
              <a:t>geringeres</a:t>
            </a:r>
            <a:r>
              <a:rPr lang="en-US" dirty="0"/>
              <a:t> </a:t>
            </a:r>
            <a:r>
              <a:rPr lang="en-US" dirty="0" err="1"/>
              <a:t>Ausfallrisiko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Wirtschaftlich</a:t>
            </a:r>
            <a:r>
              <a:rPr lang="en-US" dirty="0"/>
              <a:t> </a:t>
            </a:r>
            <a:r>
              <a:rPr lang="en-US" dirty="0" err="1"/>
              <a:t>stabiler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breiteres</a:t>
            </a:r>
            <a:r>
              <a:rPr lang="en-US" dirty="0"/>
              <a:t> </a:t>
            </a:r>
            <a:r>
              <a:rPr lang="en-US" dirty="0" err="1"/>
              <a:t>Netzwerk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Unser System </a:t>
            </a:r>
            <a:r>
              <a:rPr lang="en-US" dirty="0" err="1"/>
              <a:t>kalkuliert</a:t>
            </a:r>
            <a:r>
              <a:rPr lang="en-US" dirty="0"/>
              <a:t> die </a:t>
            </a:r>
            <a:r>
              <a:rPr lang="en-US" dirty="0" err="1"/>
              <a:t>Risiken</a:t>
            </a:r>
            <a:r>
              <a:rPr lang="en-US" dirty="0"/>
              <a:t> und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können</a:t>
            </a:r>
            <a:r>
              <a:rPr lang="en-US" dirty="0"/>
              <a:t> flexible </a:t>
            </a:r>
            <a:r>
              <a:rPr lang="en-US" dirty="0" err="1"/>
              <a:t>reagieren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Wenn </a:t>
            </a:r>
            <a:r>
              <a:rPr lang="en-US" dirty="0" err="1"/>
              <a:t>ein</a:t>
            </a:r>
            <a:r>
              <a:rPr lang="en-US" dirty="0"/>
              <a:t> Ort nicht </a:t>
            </a:r>
            <a:r>
              <a:rPr lang="en-US" dirty="0" err="1"/>
              <a:t>mehr</a:t>
            </a:r>
            <a:r>
              <a:rPr lang="en-US" dirty="0"/>
              <a:t> </a:t>
            </a:r>
            <a:r>
              <a:rPr lang="en-US" dirty="0" err="1"/>
              <a:t>läuft</a:t>
            </a:r>
            <a:r>
              <a:rPr lang="en-US" dirty="0"/>
              <a:t>, </a:t>
            </a:r>
            <a:r>
              <a:rPr lang="en-US" dirty="0" err="1"/>
              <a:t>können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wechseln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993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B6326B-A552-3A17-6174-6980840CD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3313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F4A7488-8865-023E-3446-8BB6C631D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07838C-08D1-03A3-A1BC-D39DD7322440}"/>
              </a:ext>
            </a:extLst>
          </p:cNvPr>
          <p:cNvSpPr txBox="1"/>
          <p:nvPr/>
        </p:nvSpPr>
        <p:spPr>
          <a:xfrm>
            <a:off x="281133" y="268559"/>
            <a:ext cx="976056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födern</a:t>
            </a:r>
            <a:r>
              <a:rPr lang="en-US" dirty="0"/>
              <a:t> positive </a:t>
            </a:r>
            <a:r>
              <a:rPr lang="en-US" dirty="0" err="1"/>
              <a:t>Punkte</a:t>
            </a:r>
            <a:endParaRPr lang="en-US" dirty="0"/>
          </a:p>
          <a:p>
            <a:endParaRPr lang="en-US" dirty="0"/>
          </a:p>
          <a:p>
            <a:r>
              <a:rPr lang="en-US" dirty="0"/>
              <a:t>Das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Großstädte</a:t>
            </a:r>
            <a:r>
              <a:rPr lang="en-US" dirty="0"/>
              <a:t> </a:t>
            </a:r>
            <a:r>
              <a:rPr lang="en-US" dirty="0" err="1"/>
              <a:t>gutes</a:t>
            </a:r>
            <a:r>
              <a:rPr lang="en-US" dirty="0"/>
              <a:t> Essen </a:t>
            </a:r>
            <a:r>
              <a:rPr lang="en-US" dirty="0" err="1"/>
              <a:t>bekommen</a:t>
            </a:r>
            <a:endParaRPr lang="en-US" dirty="0"/>
          </a:p>
          <a:p>
            <a:endParaRPr lang="en-US" dirty="0"/>
          </a:p>
          <a:p>
            <a:r>
              <a:rPr lang="en-US" dirty="0"/>
              <a:t>Nicht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Supermarkt</a:t>
            </a:r>
            <a:r>
              <a:rPr lang="en-US" dirty="0"/>
              <a:t> </a:t>
            </a:r>
            <a:r>
              <a:rPr lang="en-US" dirty="0" err="1"/>
              <a:t>massen</a:t>
            </a:r>
            <a:r>
              <a:rPr lang="en-US" dirty="0"/>
              <a:t> </a:t>
            </a:r>
            <a:r>
              <a:rPr lang="en-US" dirty="0" err="1"/>
              <a:t>podurkte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Das </a:t>
            </a:r>
            <a:r>
              <a:rPr lang="en-US" dirty="0" err="1"/>
              <a:t>mit</a:t>
            </a:r>
            <a:r>
              <a:rPr lang="en-US" dirty="0"/>
              <a:t> dem Apfel </a:t>
            </a:r>
            <a:r>
              <a:rPr lang="en-US" dirty="0" err="1"/>
              <a:t>größe</a:t>
            </a:r>
            <a:r>
              <a:rPr lang="en-US" dirty="0"/>
              <a:t> Reel – </a:t>
            </a:r>
            <a:r>
              <a:rPr lang="en-US" dirty="0" err="1"/>
              <a:t>nochmal</a:t>
            </a:r>
            <a:r>
              <a:rPr lang="en-US" dirty="0"/>
              <a:t> </a:t>
            </a:r>
            <a:r>
              <a:rPr lang="en-US" dirty="0" err="1"/>
              <a:t>nachlesen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Produktivität</a:t>
            </a:r>
            <a:r>
              <a:rPr lang="en-US" dirty="0"/>
              <a:t> </a:t>
            </a:r>
            <a:r>
              <a:rPr lang="en-US" dirty="0" err="1"/>
              <a:t>steigert</a:t>
            </a:r>
            <a:r>
              <a:rPr lang="en-US" dirty="0"/>
              <a:t> und </a:t>
            </a:r>
            <a:r>
              <a:rPr lang="en-US" dirty="0" err="1"/>
              <a:t>gute</a:t>
            </a:r>
            <a:r>
              <a:rPr lang="en-US" dirty="0"/>
              <a:t> Laune -&gt; </a:t>
            </a:r>
            <a:r>
              <a:rPr lang="en-US" dirty="0" err="1"/>
              <a:t>gutes</a:t>
            </a:r>
            <a:r>
              <a:rPr lang="en-US" dirty="0"/>
              <a:t> </a:t>
            </a:r>
            <a:r>
              <a:rPr lang="en-US" dirty="0" err="1"/>
              <a:t>essen</a:t>
            </a:r>
            <a:r>
              <a:rPr lang="en-US" dirty="0"/>
              <a:t> </a:t>
            </a:r>
            <a:r>
              <a:rPr lang="en-US" dirty="0" err="1"/>
              <a:t>stadt</a:t>
            </a:r>
            <a:r>
              <a:rPr lang="en-US" dirty="0"/>
              <a:t> so </a:t>
            </a:r>
            <a:r>
              <a:rPr lang="en-US" dirty="0" err="1"/>
              <a:t>nen</a:t>
            </a:r>
            <a:r>
              <a:rPr lang="en-US" dirty="0"/>
              <a:t> </a:t>
            </a:r>
            <a:r>
              <a:rPr lang="en-US" dirty="0" err="1"/>
              <a:t>fetten</a:t>
            </a:r>
            <a:r>
              <a:rPr lang="en-US" dirty="0"/>
              <a:t> Fertig </a:t>
            </a:r>
            <a:r>
              <a:rPr lang="en-US" dirty="0" err="1"/>
              <a:t>essen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Landwirte</a:t>
            </a:r>
            <a:r>
              <a:rPr lang="en-US" dirty="0"/>
              <a:t> </a:t>
            </a:r>
            <a:r>
              <a:rPr lang="en-US" dirty="0" err="1"/>
              <a:t>profitieren</a:t>
            </a:r>
            <a:endParaRPr lang="en-US" dirty="0"/>
          </a:p>
          <a:p>
            <a:r>
              <a:rPr lang="en-US" dirty="0"/>
              <a:t>Kunden </a:t>
            </a:r>
            <a:r>
              <a:rPr lang="en-US" dirty="0" err="1"/>
              <a:t>profitieren</a:t>
            </a:r>
            <a:endParaRPr lang="en-US" dirty="0"/>
          </a:p>
          <a:p>
            <a:r>
              <a:rPr lang="en-US" dirty="0"/>
              <a:t>Locale </a:t>
            </a:r>
            <a:r>
              <a:rPr lang="en-US" dirty="0" err="1"/>
              <a:t>Landwirte</a:t>
            </a:r>
            <a:r>
              <a:rPr lang="en-US" dirty="0"/>
              <a:t> </a:t>
            </a:r>
            <a:r>
              <a:rPr lang="en-US" dirty="0" err="1"/>
              <a:t>können</a:t>
            </a:r>
            <a:r>
              <a:rPr lang="en-US" dirty="0"/>
              <a:t> </a:t>
            </a:r>
            <a:r>
              <a:rPr lang="en-US" dirty="0" err="1"/>
              <a:t>mehr</a:t>
            </a:r>
            <a:r>
              <a:rPr lang="en-US" dirty="0"/>
              <a:t> </a:t>
            </a:r>
            <a:r>
              <a:rPr lang="en-US" dirty="0" err="1"/>
              <a:t>verkaufen</a:t>
            </a:r>
            <a:r>
              <a:rPr lang="en-US" dirty="0"/>
              <a:t> (</a:t>
            </a:r>
            <a:r>
              <a:rPr lang="en-US" dirty="0" err="1"/>
              <a:t>Beispielfirma</a:t>
            </a:r>
            <a:r>
              <a:rPr lang="en-US" dirty="0"/>
              <a:t> </a:t>
            </a:r>
            <a:r>
              <a:rPr lang="en-US" dirty="0" err="1"/>
              <a:t>branche</a:t>
            </a:r>
            <a:r>
              <a:rPr lang="en-US" dirty="0"/>
              <a:t> </a:t>
            </a:r>
            <a:r>
              <a:rPr lang="en-US" dirty="0" err="1"/>
              <a:t>zeigen</a:t>
            </a:r>
            <a:r>
              <a:rPr lang="en-US" dirty="0"/>
              <a:t> </a:t>
            </a:r>
            <a:r>
              <a:rPr lang="en-US" dirty="0" err="1"/>
              <a:t>yk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Die </a:t>
            </a:r>
            <a:r>
              <a:rPr lang="en-US" dirty="0" err="1"/>
              <a:t>guten</a:t>
            </a:r>
            <a:r>
              <a:rPr lang="en-US" dirty="0"/>
              <a:t> </a:t>
            </a:r>
            <a:r>
              <a:rPr lang="en-US" dirty="0" err="1"/>
              <a:t>Landwirte</a:t>
            </a:r>
            <a:r>
              <a:rPr lang="en-US" dirty="0"/>
              <a:t> </a:t>
            </a:r>
            <a:r>
              <a:rPr lang="en-US" dirty="0" err="1"/>
              <a:t>unterestützen</a:t>
            </a:r>
            <a:endParaRPr lang="en-US" dirty="0"/>
          </a:p>
          <a:p>
            <a:r>
              <a:rPr lang="en-US" dirty="0" err="1"/>
              <a:t>Verhindern</a:t>
            </a:r>
            <a:r>
              <a:rPr lang="en-US" dirty="0"/>
              <a:t> 3d </a:t>
            </a:r>
            <a:r>
              <a:rPr lang="en-US" dirty="0" err="1"/>
              <a:t>gedrucktes</a:t>
            </a:r>
            <a:r>
              <a:rPr lang="en-US" dirty="0"/>
              <a:t> Essen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mittlerweile</a:t>
            </a:r>
            <a:r>
              <a:rPr lang="en-US" dirty="0"/>
              <a:t> </a:t>
            </a:r>
            <a:r>
              <a:rPr lang="en-US" dirty="0" err="1"/>
              <a:t>anscheinend</a:t>
            </a:r>
            <a:r>
              <a:rPr lang="en-US" dirty="0"/>
              <a:t> (((Amerika)))</a:t>
            </a:r>
          </a:p>
          <a:p>
            <a:endParaRPr lang="en-US" dirty="0"/>
          </a:p>
          <a:p>
            <a:r>
              <a:rPr lang="en-US" dirty="0" err="1"/>
              <a:t>Aussicht</a:t>
            </a:r>
            <a:r>
              <a:rPr lang="en-US" dirty="0"/>
              <a:t> auf die Zukunft</a:t>
            </a:r>
          </a:p>
        </p:txBody>
      </p:sp>
    </p:spTree>
    <p:extLst>
      <p:ext uri="{BB962C8B-B14F-4D97-AF65-F5344CB8AC3E}">
        <p14:creationId xmlns:p14="http://schemas.microsoft.com/office/powerpoint/2010/main" val="2234529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3823739-648B-1849-D8FA-FA61ED257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F50BFA-806E-B080-1277-CCB687A108E7}"/>
              </a:ext>
            </a:extLst>
          </p:cNvPr>
          <p:cNvSpPr txBox="1"/>
          <p:nvPr/>
        </p:nvSpPr>
        <p:spPr>
          <a:xfrm>
            <a:off x="412694" y="1536174"/>
            <a:ext cx="852091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Ja, so </a:t>
            </a:r>
            <a:r>
              <a:rPr lang="en-US" sz="1200" dirty="0" err="1"/>
              <a:t>würde</a:t>
            </a:r>
            <a:r>
              <a:rPr lang="en-US" sz="1200" dirty="0"/>
              <a:t> ich es für </a:t>
            </a:r>
            <a:r>
              <a:rPr lang="en-US" sz="1200" b="1" dirty="0" err="1"/>
              <a:t>LocalBite</a:t>
            </a:r>
            <a:r>
              <a:rPr lang="en-US" sz="1200" b="1" dirty="0"/>
              <a:t> fest </a:t>
            </a:r>
            <a:r>
              <a:rPr lang="en-US" sz="1200" b="1" dirty="0" err="1"/>
              <a:t>definieren</a:t>
            </a:r>
            <a:r>
              <a:rPr lang="en-US" sz="1200" dirty="0"/>
              <a:t>:</a:t>
            </a:r>
          </a:p>
          <a:p>
            <a:endParaRPr lang="en-US" sz="1200" dirty="0"/>
          </a:p>
          <a:p>
            <a:pPr lvl="0"/>
            <a:r>
              <a:rPr lang="en-US" sz="1200" b="1" dirty="0" err="1"/>
              <a:t>Abrechnung</a:t>
            </a:r>
            <a:r>
              <a:rPr lang="en-US" sz="1200" b="1" dirty="0"/>
              <a:t> pro </a:t>
            </a:r>
            <a:r>
              <a:rPr lang="en-US" sz="1200" b="1" dirty="0" err="1"/>
              <a:t>Kalenderwoche</a:t>
            </a:r>
            <a:r>
              <a:rPr lang="en-US" sz="1200" b="1" dirty="0"/>
              <a:t>:</a:t>
            </a:r>
            <a:r>
              <a:rPr lang="en-US" sz="1200" dirty="0"/>
              <a:t> Am Ende der </a:t>
            </a:r>
            <a:r>
              <a:rPr lang="en-US" sz="1200" dirty="0" err="1"/>
              <a:t>Bestellfrist</a:t>
            </a:r>
            <a:r>
              <a:rPr lang="en-US" sz="1200" dirty="0"/>
              <a:t> </a:t>
            </a:r>
            <a:r>
              <a:rPr lang="en-US" sz="1200" dirty="0" err="1"/>
              <a:t>wird</a:t>
            </a:r>
            <a:r>
              <a:rPr lang="en-US" sz="1200" dirty="0"/>
              <a:t> der </a:t>
            </a:r>
            <a:r>
              <a:rPr lang="en-US" sz="1200" dirty="0" err="1"/>
              <a:t>Gesamtpreis</a:t>
            </a:r>
            <a:r>
              <a:rPr lang="en-US" sz="1200" dirty="0"/>
              <a:t> der </a:t>
            </a:r>
            <a:r>
              <a:rPr lang="en-US" sz="1200" dirty="0" err="1"/>
              <a:t>Woche</a:t>
            </a:r>
            <a:r>
              <a:rPr lang="en-US" sz="1200" dirty="0"/>
              <a:t> </a:t>
            </a:r>
            <a:r>
              <a:rPr lang="en-US" sz="1200" dirty="0" err="1"/>
              <a:t>berechnet</a:t>
            </a:r>
            <a:r>
              <a:rPr lang="en-US" sz="1200" dirty="0"/>
              <a:t> und </a:t>
            </a:r>
            <a:r>
              <a:rPr lang="en-US" sz="1200" dirty="0" err="1"/>
              <a:t>automatisch</a:t>
            </a:r>
            <a:r>
              <a:rPr lang="en-US" sz="1200" dirty="0"/>
              <a:t> </a:t>
            </a:r>
            <a:r>
              <a:rPr lang="en-US" sz="1200" dirty="0" err="1"/>
              <a:t>über</a:t>
            </a:r>
            <a:r>
              <a:rPr lang="en-US" sz="1200" dirty="0"/>
              <a:t> die </a:t>
            </a:r>
            <a:r>
              <a:rPr lang="en-US" sz="1200" dirty="0" err="1"/>
              <a:t>hinterlegte</a:t>
            </a:r>
            <a:r>
              <a:rPr lang="en-US" sz="1200" dirty="0"/>
              <a:t> </a:t>
            </a:r>
            <a:r>
              <a:rPr lang="en-US" sz="1200" dirty="0" err="1"/>
              <a:t>Zahlungsmethode</a:t>
            </a:r>
            <a:r>
              <a:rPr lang="en-US" sz="1200" dirty="0"/>
              <a:t> </a:t>
            </a:r>
            <a:r>
              <a:rPr lang="en-US" sz="1200" dirty="0" err="1"/>
              <a:t>abgebucht</a:t>
            </a:r>
            <a:r>
              <a:rPr lang="en-US" sz="1200" dirty="0"/>
              <a:t>.</a:t>
            </a:r>
          </a:p>
          <a:p>
            <a:pPr lvl="0"/>
            <a:r>
              <a:rPr lang="en-US" sz="1200" b="1" dirty="0"/>
              <a:t>Abo:</a:t>
            </a:r>
            <a:r>
              <a:rPr lang="en-US" sz="1200" dirty="0"/>
              <a:t> Das Abo </a:t>
            </a:r>
            <a:r>
              <a:rPr lang="en-US" sz="1200" dirty="0" err="1"/>
              <a:t>läuft</a:t>
            </a:r>
            <a:r>
              <a:rPr lang="en-US" sz="1200" dirty="0"/>
              <a:t> </a:t>
            </a:r>
            <a:r>
              <a:rPr lang="en-US" sz="1200" dirty="0" err="1"/>
              <a:t>automatisch</a:t>
            </a:r>
            <a:r>
              <a:rPr lang="en-US" sz="1200" dirty="0"/>
              <a:t> </a:t>
            </a:r>
            <a:r>
              <a:rPr lang="en-US" sz="1200" dirty="0" err="1"/>
              <a:t>weiter</a:t>
            </a:r>
            <a:r>
              <a:rPr lang="en-US" sz="1200" dirty="0"/>
              <a:t>, bis der Kunde </a:t>
            </a:r>
            <a:r>
              <a:rPr lang="en-US" sz="1200" dirty="0" err="1"/>
              <a:t>kündigt</a:t>
            </a:r>
            <a:r>
              <a:rPr lang="en-US" sz="1200" dirty="0"/>
              <a:t>. (</a:t>
            </a:r>
            <a:r>
              <a:rPr lang="en-US" sz="1200" dirty="0" err="1"/>
              <a:t>Pausieren</a:t>
            </a:r>
            <a:r>
              <a:rPr lang="en-US" sz="1200" dirty="0"/>
              <a:t> nicht </a:t>
            </a:r>
            <a:r>
              <a:rPr lang="en-US" sz="1200" dirty="0" err="1"/>
              <a:t>möglich</a:t>
            </a:r>
            <a:r>
              <a:rPr lang="en-US" sz="1200" dirty="0"/>
              <a:t>)</a:t>
            </a:r>
          </a:p>
          <a:p>
            <a:pPr lvl="0"/>
            <a:r>
              <a:rPr lang="en-US" sz="1200" b="1" dirty="0" err="1"/>
              <a:t>Lieferkosten</a:t>
            </a:r>
            <a:r>
              <a:rPr lang="en-US" sz="1200" b="1" dirty="0"/>
              <a:t> </a:t>
            </a:r>
            <a:r>
              <a:rPr lang="en-US" sz="1200" b="1" dirty="0" err="1"/>
              <a:t>inklusive</a:t>
            </a:r>
            <a:r>
              <a:rPr lang="en-US" sz="1200" b="1" dirty="0"/>
              <a:t>:</a:t>
            </a:r>
            <a:r>
              <a:rPr lang="en-US" sz="1200" dirty="0"/>
              <a:t> Bei Abo-Kunden </a:t>
            </a:r>
            <a:r>
              <a:rPr lang="en-US" sz="1200" dirty="0" err="1"/>
              <a:t>sind</a:t>
            </a:r>
            <a:r>
              <a:rPr lang="en-US" sz="1200" dirty="0"/>
              <a:t> die </a:t>
            </a:r>
            <a:r>
              <a:rPr lang="en-US" sz="1200" dirty="0" err="1"/>
              <a:t>regulären</a:t>
            </a:r>
            <a:r>
              <a:rPr lang="en-US" sz="1200" dirty="0"/>
              <a:t> </a:t>
            </a:r>
            <a:r>
              <a:rPr lang="en-US" sz="1200" dirty="0" err="1"/>
              <a:t>Lieferungen</a:t>
            </a:r>
            <a:r>
              <a:rPr lang="en-US" sz="1200" dirty="0"/>
              <a:t> </a:t>
            </a:r>
            <a:r>
              <a:rPr lang="en-US" sz="1200" dirty="0" err="1"/>
              <a:t>bereits</a:t>
            </a:r>
            <a:r>
              <a:rPr lang="en-US" sz="1200" dirty="0"/>
              <a:t> </a:t>
            </a:r>
            <a:r>
              <a:rPr lang="en-US" sz="1200" dirty="0" err="1"/>
              <a:t>enthalten</a:t>
            </a:r>
            <a:r>
              <a:rPr lang="en-US" sz="1200" dirty="0"/>
              <a:t>.</a:t>
            </a:r>
          </a:p>
          <a:p>
            <a:pPr lvl="0"/>
            <a:r>
              <a:rPr lang="en-US" sz="1200" b="1" dirty="0" err="1"/>
              <a:t>Stammkundenrabatt</a:t>
            </a:r>
            <a:r>
              <a:rPr lang="en-US" sz="1200" b="1" dirty="0"/>
              <a:t>:</a:t>
            </a:r>
            <a:r>
              <a:rPr lang="en-US" sz="1200" dirty="0"/>
              <a:t> Nach </a:t>
            </a:r>
            <a:r>
              <a:rPr lang="en-US" sz="1200" dirty="0" err="1"/>
              <a:t>längerer</a:t>
            </a:r>
            <a:r>
              <a:rPr lang="en-US" sz="1200" dirty="0"/>
              <a:t> </a:t>
            </a:r>
            <a:r>
              <a:rPr lang="en-US" sz="1200" dirty="0" err="1"/>
              <a:t>Nutzung</a:t>
            </a:r>
            <a:r>
              <a:rPr lang="en-US" sz="1200" dirty="0"/>
              <a:t> </a:t>
            </a:r>
            <a:r>
              <a:rPr lang="en-US" sz="1200" dirty="0" err="1"/>
              <a:t>kann</a:t>
            </a:r>
            <a:r>
              <a:rPr lang="en-US" sz="1200" dirty="0"/>
              <a:t> der Kunde </a:t>
            </a:r>
            <a:r>
              <a:rPr lang="en-US" sz="1200" dirty="0" err="1"/>
              <a:t>einen</a:t>
            </a:r>
            <a:r>
              <a:rPr lang="en-US" sz="1200" dirty="0"/>
              <a:t> </a:t>
            </a:r>
            <a:r>
              <a:rPr lang="en-US" sz="1200" dirty="0" err="1"/>
              <a:t>Rabatt</a:t>
            </a:r>
            <a:r>
              <a:rPr lang="en-US" sz="1200" dirty="0"/>
              <a:t> </a:t>
            </a:r>
            <a:r>
              <a:rPr lang="en-US" sz="1200" dirty="0" err="1"/>
              <a:t>bekommen</a:t>
            </a:r>
            <a:r>
              <a:rPr lang="en-US" sz="1200" dirty="0"/>
              <a:t>, z. B. </a:t>
            </a:r>
            <a:r>
              <a:rPr lang="en-US" sz="1200" b="1" dirty="0"/>
              <a:t>2 % ab der 8. </a:t>
            </a:r>
            <a:r>
              <a:rPr lang="en-US" sz="1200" b="1" dirty="0" err="1"/>
              <a:t>Woche</a:t>
            </a:r>
            <a:r>
              <a:rPr lang="en-US" sz="1200" dirty="0"/>
              <a:t>. -&gt; </a:t>
            </a:r>
            <a:r>
              <a:rPr lang="en-US" sz="1200" dirty="0" err="1"/>
              <a:t>wie</a:t>
            </a:r>
            <a:r>
              <a:rPr lang="en-US" sz="1200" dirty="0"/>
              <a:t> </a:t>
            </a:r>
            <a:r>
              <a:rPr lang="en-US" sz="1200" dirty="0" err="1"/>
              <a:t>bei</a:t>
            </a:r>
            <a:r>
              <a:rPr lang="en-US" sz="1200" dirty="0"/>
              <a:t> Duolingo</a:t>
            </a:r>
          </a:p>
          <a:p>
            <a:pPr lvl="0"/>
            <a:r>
              <a:rPr lang="en-US" sz="1200" b="1" dirty="0" err="1"/>
              <a:t>Spontanbestellung</a:t>
            </a:r>
            <a:r>
              <a:rPr lang="en-US" sz="1200" b="1" dirty="0"/>
              <a:t>:</a:t>
            </a:r>
            <a:r>
              <a:rPr lang="en-US" sz="1200" dirty="0"/>
              <a:t> </a:t>
            </a:r>
            <a:r>
              <a:rPr lang="en-US" sz="1200" dirty="0" err="1"/>
              <a:t>Möglich</a:t>
            </a:r>
            <a:r>
              <a:rPr lang="en-US" sz="1200" dirty="0"/>
              <a:t>, </a:t>
            </a:r>
            <a:r>
              <a:rPr lang="en-US" sz="1200" dirty="0" err="1"/>
              <a:t>aber</a:t>
            </a:r>
            <a:r>
              <a:rPr lang="en-US" sz="1200" dirty="0"/>
              <a:t> </a:t>
            </a:r>
            <a:r>
              <a:rPr lang="en-US" sz="1200" b="1" dirty="0"/>
              <a:t>nicht </a:t>
            </a:r>
            <a:r>
              <a:rPr lang="en-US" sz="1200" b="1" dirty="0" err="1"/>
              <a:t>im</a:t>
            </a:r>
            <a:r>
              <a:rPr lang="en-US" sz="1200" b="1" dirty="0"/>
              <a:t> Abo </a:t>
            </a:r>
            <a:r>
              <a:rPr lang="en-US" sz="1200" b="1" dirty="0" err="1"/>
              <a:t>enthalten</a:t>
            </a:r>
            <a:r>
              <a:rPr lang="en-US" sz="1200" dirty="0"/>
              <a:t> </a:t>
            </a:r>
            <a:r>
              <a:rPr lang="en-US" sz="1200" dirty="0" err="1"/>
              <a:t>bzw</a:t>
            </a:r>
            <a:r>
              <a:rPr lang="en-US" sz="1200" dirty="0"/>
              <a:t>. </a:t>
            </a:r>
            <a:r>
              <a:rPr lang="en-US" sz="1200" dirty="0" err="1"/>
              <a:t>mit</a:t>
            </a:r>
            <a:r>
              <a:rPr lang="en-US" sz="1200" dirty="0"/>
              <a:t> </a:t>
            </a:r>
            <a:r>
              <a:rPr lang="en-US" sz="1200" dirty="0" err="1"/>
              <a:t>zusätzlichem</a:t>
            </a:r>
            <a:r>
              <a:rPr lang="en-US" sz="1200" dirty="0"/>
              <a:t> Liefer-/</a:t>
            </a:r>
            <a:r>
              <a:rPr lang="en-US" sz="1200" dirty="0" err="1"/>
              <a:t>Kurzfristigkeitsaufschlag</a:t>
            </a:r>
            <a:r>
              <a:rPr lang="en-US" sz="1200" dirty="0"/>
              <a:t>.</a:t>
            </a:r>
          </a:p>
          <a:p>
            <a:endParaRPr lang="en-US" sz="1200" b="1" dirty="0"/>
          </a:p>
          <a:p>
            <a:r>
              <a:rPr lang="en-US" sz="1200" b="1" dirty="0" err="1"/>
              <a:t>Beispiel</a:t>
            </a:r>
            <a:r>
              <a:rPr lang="en-US" sz="1200" b="1" dirty="0"/>
              <a:t>:</a:t>
            </a:r>
            <a:br>
              <a:rPr lang="en-US" sz="1200" dirty="0"/>
            </a:br>
            <a:r>
              <a:rPr lang="en-US" sz="1200" dirty="0"/>
              <a:t>Kunde </a:t>
            </a:r>
            <a:r>
              <a:rPr lang="en-US" sz="1200" dirty="0" err="1"/>
              <a:t>ist</a:t>
            </a:r>
            <a:r>
              <a:rPr lang="en-US" sz="1200" dirty="0"/>
              <a:t> in </a:t>
            </a:r>
            <a:r>
              <a:rPr lang="en-US" sz="1200" dirty="0" err="1"/>
              <a:t>Woche</a:t>
            </a:r>
            <a:r>
              <a:rPr lang="en-US" sz="1200" dirty="0"/>
              <a:t> 5, </a:t>
            </a:r>
            <a:r>
              <a:rPr lang="en-US" sz="1200" dirty="0" err="1"/>
              <a:t>bestellt</a:t>
            </a:r>
            <a:r>
              <a:rPr lang="en-US" sz="1200" dirty="0"/>
              <a:t> </a:t>
            </a:r>
            <a:r>
              <a:rPr lang="en-US" sz="1200" dirty="0" err="1"/>
              <a:t>Lebensmittel</a:t>
            </a:r>
            <a:r>
              <a:rPr lang="en-US" sz="1200" dirty="0"/>
              <a:t> für </a:t>
            </a:r>
            <a:r>
              <a:rPr lang="en-US" sz="1200" b="1" dirty="0"/>
              <a:t>62 €</a:t>
            </a:r>
            <a:r>
              <a:rPr lang="en-US" sz="1200" dirty="0"/>
              <a:t>. Seine </a:t>
            </a:r>
            <a:r>
              <a:rPr lang="en-US" sz="1200" dirty="0" err="1"/>
              <a:t>regulären</a:t>
            </a:r>
            <a:r>
              <a:rPr lang="en-US" sz="1200" dirty="0"/>
              <a:t> </a:t>
            </a:r>
            <a:r>
              <a:rPr lang="en-US" sz="1200" dirty="0" err="1"/>
              <a:t>Lieferungen</a:t>
            </a:r>
            <a:r>
              <a:rPr lang="en-US" sz="1200" dirty="0"/>
              <a:t> </a:t>
            </a:r>
            <a:r>
              <a:rPr lang="en-US" sz="1200" dirty="0" err="1"/>
              <a:t>sind</a:t>
            </a:r>
            <a:r>
              <a:rPr lang="en-US" sz="1200" dirty="0"/>
              <a:t> </a:t>
            </a:r>
            <a:r>
              <a:rPr lang="en-US" sz="1200" dirty="0" err="1"/>
              <a:t>durch</a:t>
            </a:r>
            <a:r>
              <a:rPr lang="en-US" sz="1200" dirty="0"/>
              <a:t> das Abo </a:t>
            </a:r>
            <a:r>
              <a:rPr lang="en-US" sz="1200" dirty="0" err="1"/>
              <a:t>abgedeckt</a:t>
            </a:r>
            <a:r>
              <a:rPr lang="en-US" sz="1200" dirty="0"/>
              <a:t> → </a:t>
            </a:r>
            <a:r>
              <a:rPr lang="en-US" sz="1200" b="1" dirty="0"/>
              <a:t>62 € </a:t>
            </a:r>
            <a:r>
              <a:rPr lang="en-US" sz="1200" b="1" dirty="0" err="1"/>
              <a:t>werden</a:t>
            </a:r>
            <a:r>
              <a:rPr lang="en-US" sz="1200" b="1" dirty="0"/>
              <a:t> für </a:t>
            </a:r>
            <a:r>
              <a:rPr lang="en-US" sz="1200" b="1" dirty="0" err="1"/>
              <a:t>diese</a:t>
            </a:r>
            <a:r>
              <a:rPr lang="en-US" sz="1200" b="1" dirty="0"/>
              <a:t> </a:t>
            </a:r>
            <a:r>
              <a:rPr lang="en-US" sz="1200" b="1" dirty="0" err="1"/>
              <a:t>Woche</a:t>
            </a:r>
            <a:r>
              <a:rPr lang="en-US" sz="1200" b="1" dirty="0"/>
              <a:t> </a:t>
            </a:r>
            <a:r>
              <a:rPr lang="en-US" sz="1200" b="1" dirty="0" err="1"/>
              <a:t>abgerechnet</a:t>
            </a:r>
            <a:r>
              <a:rPr lang="en-US" sz="1200" dirty="0"/>
              <a:t>. </a:t>
            </a:r>
            <a:r>
              <a:rPr lang="en-US" sz="1200" dirty="0" err="1"/>
              <a:t>Später</a:t>
            </a:r>
            <a:r>
              <a:rPr lang="en-US" sz="1200" dirty="0"/>
              <a:t> </a:t>
            </a:r>
            <a:r>
              <a:rPr lang="en-US" sz="1200" dirty="0" err="1"/>
              <a:t>als</a:t>
            </a:r>
            <a:r>
              <a:rPr lang="en-US" sz="1200" dirty="0"/>
              <a:t> </a:t>
            </a:r>
            <a:r>
              <a:rPr lang="en-US" sz="1200" dirty="0" err="1"/>
              <a:t>Stammkunde</a:t>
            </a:r>
            <a:r>
              <a:rPr lang="en-US" sz="1200" dirty="0"/>
              <a:t> </a:t>
            </a:r>
            <a:r>
              <a:rPr lang="en-US" sz="1200" dirty="0" err="1"/>
              <a:t>mit</a:t>
            </a:r>
            <a:r>
              <a:rPr lang="en-US" sz="1200" dirty="0"/>
              <a:t> 5 % </a:t>
            </a:r>
            <a:r>
              <a:rPr lang="en-US" sz="1200" dirty="0" err="1"/>
              <a:t>Rabatt</a:t>
            </a:r>
            <a:r>
              <a:rPr lang="en-US" sz="1200" dirty="0"/>
              <a:t> </a:t>
            </a:r>
            <a:r>
              <a:rPr lang="en-US" sz="1200" dirty="0" err="1"/>
              <a:t>wären</a:t>
            </a:r>
            <a:r>
              <a:rPr lang="en-US" sz="1200" dirty="0"/>
              <a:t> es </a:t>
            </a:r>
            <a:r>
              <a:rPr lang="en-US" sz="1200" b="1" dirty="0"/>
              <a:t>58,90 €</a:t>
            </a:r>
            <a:r>
              <a:rPr lang="en-US" sz="1200" dirty="0"/>
              <a:t>.</a:t>
            </a:r>
          </a:p>
          <a:p>
            <a:r>
              <a:rPr lang="en-US" sz="1200" dirty="0"/>
              <a:t>Das </a:t>
            </a:r>
            <a:r>
              <a:rPr lang="en-US" sz="1200" dirty="0" err="1"/>
              <a:t>ist</a:t>
            </a:r>
            <a:r>
              <a:rPr lang="en-US" sz="1200" dirty="0"/>
              <a:t> für </a:t>
            </a:r>
            <a:r>
              <a:rPr lang="en-US" sz="1200" dirty="0" err="1"/>
              <a:t>euer</a:t>
            </a:r>
            <a:r>
              <a:rPr lang="en-US" sz="1200" dirty="0"/>
              <a:t> Modell </a:t>
            </a:r>
            <a:r>
              <a:rPr lang="en-US" sz="1200" dirty="0" err="1"/>
              <a:t>sehr</a:t>
            </a:r>
            <a:r>
              <a:rPr lang="en-US" sz="1200" dirty="0"/>
              <a:t> </a:t>
            </a:r>
            <a:r>
              <a:rPr lang="en-US" sz="1200" dirty="0" err="1"/>
              <a:t>verständlich</a:t>
            </a:r>
            <a:r>
              <a:rPr lang="en-US" sz="1200" dirty="0"/>
              <a:t> und </a:t>
            </a:r>
            <a:r>
              <a:rPr lang="en-US" sz="1200" dirty="0" err="1"/>
              <a:t>lässt</a:t>
            </a:r>
            <a:r>
              <a:rPr lang="en-US" sz="1200" dirty="0"/>
              <a:t> </a:t>
            </a:r>
            <a:r>
              <a:rPr lang="en-US" sz="1200" dirty="0" err="1"/>
              <a:t>sich</a:t>
            </a:r>
            <a:r>
              <a:rPr lang="en-US" sz="1200" dirty="0"/>
              <a:t> </a:t>
            </a:r>
            <a:r>
              <a:rPr lang="en-US" sz="1200" dirty="0" err="1"/>
              <a:t>auch</a:t>
            </a:r>
            <a:r>
              <a:rPr lang="en-US" sz="1200" dirty="0"/>
              <a:t> </a:t>
            </a:r>
            <a:r>
              <a:rPr lang="en-US" sz="1200" dirty="0" err="1"/>
              <a:t>sauber</a:t>
            </a:r>
            <a:r>
              <a:rPr lang="en-US" sz="1200" dirty="0"/>
              <a:t> in Use Cases und Klassen </a:t>
            </a:r>
            <a:r>
              <a:rPr lang="en-US" sz="1200" dirty="0" err="1"/>
              <a:t>abbilden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r>
              <a:rPr lang="en-US" sz="1200" dirty="0"/>
              <a:t>Also </a:t>
            </a:r>
            <a:r>
              <a:rPr lang="en-US" sz="1200" dirty="0" err="1"/>
              <a:t>sauber</a:t>
            </a:r>
            <a:r>
              <a:rPr lang="en-US" sz="1200" dirty="0"/>
              <a:t> </a:t>
            </a:r>
            <a:r>
              <a:rPr lang="en-US" sz="1200" dirty="0" err="1"/>
              <a:t>getrennt</a:t>
            </a:r>
            <a:r>
              <a:rPr lang="en-US" sz="1200" dirty="0"/>
              <a:t>:</a:t>
            </a:r>
          </a:p>
          <a:p>
            <a:pPr lvl="0"/>
            <a:r>
              <a:rPr lang="en-US" sz="1200" b="1" dirty="0"/>
              <a:t>Abo</a:t>
            </a:r>
            <a:r>
              <a:rPr lang="en-US" sz="1200" dirty="0"/>
              <a:t> = </a:t>
            </a:r>
            <a:r>
              <a:rPr lang="en-US" sz="1200" dirty="0" err="1"/>
              <a:t>Vertrags</a:t>
            </a:r>
            <a:r>
              <a:rPr lang="en-US" sz="1200" dirty="0"/>
              <a:t>-/</a:t>
            </a:r>
            <a:r>
              <a:rPr lang="en-US" sz="1200" dirty="0" err="1"/>
              <a:t>Bestellmodell</a:t>
            </a:r>
            <a:endParaRPr lang="en-US" sz="1200" dirty="0"/>
          </a:p>
          <a:p>
            <a:pPr lvl="0"/>
            <a:r>
              <a:rPr lang="en-US" sz="1200" b="1" dirty="0" err="1"/>
              <a:t>Bestellung</a:t>
            </a:r>
            <a:r>
              <a:rPr lang="en-US" sz="1200" dirty="0"/>
              <a:t> = </a:t>
            </a:r>
            <a:r>
              <a:rPr lang="en-US" sz="1200" dirty="0" err="1"/>
              <a:t>konkrete</a:t>
            </a:r>
            <a:r>
              <a:rPr lang="en-US" sz="1200" dirty="0"/>
              <a:t> </a:t>
            </a:r>
            <a:r>
              <a:rPr lang="en-US" sz="1200" dirty="0" err="1"/>
              <a:t>Lebensmittel</a:t>
            </a:r>
            <a:r>
              <a:rPr lang="en-US" sz="1200" dirty="0"/>
              <a:t> für </a:t>
            </a:r>
            <a:r>
              <a:rPr lang="en-US" sz="1200" dirty="0" err="1"/>
              <a:t>eine</a:t>
            </a:r>
            <a:r>
              <a:rPr lang="en-US" sz="1200" dirty="0"/>
              <a:t> </a:t>
            </a:r>
            <a:r>
              <a:rPr lang="en-US" sz="1200" dirty="0" err="1"/>
              <a:t>Woche</a:t>
            </a:r>
            <a:endParaRPr lang="en-US" sz="1200" dirty="0"/>
          </a:p>
          <a:p>
            <a:pPr lvl="0"/>
            <a:r>
              <a:rPr lang="en-US" sz="1200" b="1" dirty="0" err="1"/>
              <a:t>Lieferung</a:t>
            </a:r>
            <a:r>
              <a:rPr lang="en-US" sz="1200" dirty="0"/>
              <a:t> = Transport </a:t>
            </a:r>
            <a:r>
              <a:rPr lang="en-US" sz="1200" dirty="0" err="1"/>
              <a:t>zum</a:t>
            </a:r>
            <a:r>
              <a:rPr lang="en-US" sz="1200" dirty="0"/>
              <a:t> Kunden</a:t>
            </a:r>
          </a:p>
          <a:p>
            <a:pPr lvl="0"/>
            <a:r>
              <a:rPr lang="en-US" sz="1200" b="1" dirty="0"/>
              <a:t>Box</a:t>
            </a:r>
            <a:r>
              <a:rPr lang="en-US" sz="1200" dirty="0"/>
              <a:t> = </a:t>
            </a:r>
            <a:r>
              <a:rPr lang="en-US" sz="1200" dirty="0" err="1"/>
              <a:t>Behälter</a:t>
            </a:r>
            <a:r>
              <a:rPr lang="en-US" sz="1200" dirty="0"/>
              <a:t> der </a:t>
            </a:r>
            <a:r>
              <a:rPr lang="en-US" sz="1200" dirty="0" err="1"/>
              <a:t>Lieferung</a:t>
            </a:r>
            <a:endParaRPr lang="en-US" sz="1200" dirty="0"/>
          </a:p>
          <a:p>
            <a:pPr lvl="0"/>
            <a:r>
              <a:rPr lang="en-US" sz="1200" b="1" dirty="0" err="1"/>
              <a:t>Boxinhalt</a:t>
            </a:r>
            <a:r>
              <a:rPr lang="en-US" sz="1200" dirty="0"/>
              <a:t> = </a:t>
            </a:r>
            <a:r>
              <a:rPr lang="en-US" sz="1200" dirty="0" err="1"/>
              <a:t>Produkte</a:t>
            </a:r>
            <a:r>
              <a:rPr lang="en-US" sz="1200" dirty="0"/>
              <a:t> </a:t>
            </a:r>
            <a:r>
              <a:rPr lang="en-US" sz="1200" dirty="0" err="1"/>
              <a:t>aus</a:t>
            </a:r>
            <a:r>
              <a:rPr lang="en-US" sz="1200" dirty="0"/>
              <a:t> der </a:t>
            </a:r>
            <a:r>
              <a:rPr lang="en-US" sz="1200" dirty="0" err="1"/>
              <a:t>Bestellung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36313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C9D9526-AB9C-71C0-CB96-6EAFB84C3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1A1A54-743A-39D4-E968-662C79D7EE45}"/>
              </a:ext>
            </a:extLst>
          </p:cNvPr>
          <p:cNvSpPr txBox="1"/>
          <p:nvPr/>
        </p:nvSpPr>
        <p:spPr>
          <a:xfrm>
            <a:off x="91440" y="0"/>
            <a:ext cx="11795760" cy="13388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 — da </a:t>
            </a:r>
            <a:r>
              <a:rPr lang="en-US" dirty="0" err="1"/>
              <a:t>sind</a:t>
            </a:r>
            <a:r>
              <a:rPr lang="en-US" dirty="0"/>
              <a:t> </a:t>
            </a:r>
            <a:r>
              <a:rPr lang="en-US" b="1" dirty="0" err="1"/>
              <a:t>gute</a:t>
            </a:r>
            <a:r>
              <a:rPr lang="en-US" b="1" dirty="0"/>
              <a:t> </a:t>
            </a:r>
            <a:r>
              <a:rPr lang="en-US" b="1" dirty="0" err="1"/>
              <a:t>Punkte</a:t>
            </a:r>
            <a:r>
              <a:rPr lang="en-US" b="1" dirty="0"/>
              <a:t> </a:t>
            </a:r>
            <a:r>
              <a:rPr lang="en-US" b="1" dirty="0" err="1"/>
              <a:t>drin</a:t>
            </a:r>
            <a:r>
              <a:rPr lang="en-US" dirty="0"/>
              <a:t>, </a:t>
            </a:r>
            <a:r>
              <a:rPr lang="en-US" dirty="0" err="1"/>
              <a:t>aber</a:t>
            </a:r>
            <a:r>
              <a:rPr lang="en-US" dirty="0"/>
              <a:t> ich </a:t>
            </a:r>
            <a:r>
              <a:rPr lang="en-US" dirty="0" err="1"/>
              <a:t>würde</a:t>
            </a:r>
            <a:r>
              <a:rPr lang="en-US" dirty="0"/>
              <a:t> </a:t>
            </a:r>
            <a:r>
              <a:rPr lang="en-US" dirty="0" err="1"/>
              <a:t>sie</a:t>
            </a:r>
            <a:r>
              <a:rPr lang="en-US" dirty="0"/>
              <a:t> </a:t>
            </a:r>
            <a:r>
              <a:rPr lang="en-US" dirty="0" err="1"/>
              <a:t>sauberer</a:t>
            </a:r>
            <a:r>
              <a:rPr lang="en-US" dirty="0"/>
              <a:t> </a:t>
            </a:r>
            <a:r>
              <a:rPr lang="en-US" dirty="0" err="1"/>
              <a:t>sortieren</a:t>
            </a:r>
            <a:r>
              <a:rPr lang="en-US" dirty="0"/>
              <a:t> und 2–3 Sachen </a:t>
            </a:r>
            <a:r>
              <a:rPr lang="en-US" b="1" dirty="0"/>
              <a:t>nicht so hart </a:t>
            </a:r>
            <a:r>
              <a:rPr lang="en-US" b="1" dirty="0" err="1"/>
              <a:t>behaupten</a:t>
            </a:r>
            <a:r>
              <a:rPr lang="en-US" dirty="0"/>
              <a:t>.</a:t>
            </a:r>
          </a:p>
          <a:p>
            <a:r>
              <a:rPr lang="en-US" b="1" dirty="0"/>
              <a:t>Stark für </a:t>
            </a:r>
            <a:r>
              <a:rPr lang="en-US" b="1" dirty="0" err="1"/>
              <a:t>deine</a:t>
            </a:r>
            <a:r>
              <a:rPr lang="en-US" b="1" dirty="0"/>
              <a:t> </a:t>
            </a:r>
            <a:r>
              <a:rPr lang="en-US" b="1" dirty="0" err="1"/>
              <a:t>Präsentation</a:t>
            </a:r>
            <a:endParaRPr lang="en-US" b="1" dirty="0"/>
          </a:p>
          <a:p>
            <a:pPr lvl="0"/>
            <a:r>
              <a:rPr lang="en-US" b="1" dirty="0" err="1"/>
              <a:t>Großstädte</a:t>
            </a:r>
            <a:r>
              <a:rPr lang="en-US" b="1" dirty="0"/>
              <a:t> </a:t>
            </a:r>
            <a:r>
              <a:rPr lang="en-US" b="1" dirty="0" err="1"/>
              <a:t>bekommen</a:t>
            </a:r>
            <a:r>
              <a:rPr lang="en-US" b="1" dirty="0"/>
              <a:t> </a:t>
            </a:r>
            <a:r>
              <a:rPr lang="en-US" b="1" dirty="0" err="1"/>
              <a:t>leichter</a:t>
            </a:r>
            <a:r>
              <a:rPr lang="en-US" b="1" dirty="0"/>
              <a:t> </a:t>
            </a:r>
            <a:r>
              <a:rPr lang="en-US" b="1" dirty="0" err="1"/>
              <a:t>Zugang</a:t>
            </a:r>
            <a:r>
              <a:rPr lang="en-US" b="1" dirty="0"/>
              <a:t> </a:t>
            </a:r>
            <a:r>
              <a:rPr lang="en-US" b="1" dirty="0" err="1"/>
              <a:t>zu</a:t>
            </a:r>
            <a:r>
              <a:rPr lang="en-US" b="1" dirty="0"/>
              <a:t> </a:t>
            </a:r>
            <a:r>
              <a:rPr lang="en-US" b="1" dirty="0" err="1"/>
              <a:t>regionalen</a:t>
            </a:r>
            <a:r>
              <a:rPr lang="en-US" b="1" dirty="0"/>
              <a:t> </a:t>
            </a:r>
            <a:r>
              <a:rPr lang="en-US" b="1" dirty="0" err="1"/>
              <a:t>Produkten</a:t>
            </a:r>
            <a:endParaRPr lang="en-US" dirty="0"/>
          </a:p>
          <a:p>
            <a:pPr lvl="0"/>
            <a:r>
              <a:rPr lang="en-US" dirty="0"/>
              <a:t>nicht </a:t>
            </a:r>
            <a:r>
              <a:rPr lang="en-US" dirty="0" err="1"/>
              <a:t>nur</a:t>
            </a:r>
            <a:r>
              <a:rPr lang="en-US" dirty="0"/>
              <a:t> anonyme </a:t>
            </a:r>
            <a:r>
              <a:rPr lang="en-US" dirty="0" err="1"/>
              <a:t>Massenware</a:t>
            </a:r>
            <a:r>
              <a:rPr lang="en-US" dirty="0"/>
              <a:t>, </a:t>
            </a:r>
            <a:r>
              <a:rPr lang="en-US" dirty="0" err="1"/>
              <a:t>sondern</a:t>
            </a:r>
            <a:r>
              <a:rPr lang="en-US" dirty="0"/>
              <a:t> </a:t>
            </a:r>
            <a:r>
              <a:rPr lang="en-US" b="1" dirty="0" err="1"/>
              <a:t>Herkunft</a:t>
            </a:r>
            <a:r>
              <a:rPr lang="en-US" b="1" dirty="0"/>
              <a:t> + </a:t>
            </a:r>
            <a:r>
              <a:rPr lang="en-US" b="1" dirty="0" err="1"/>
              <a:t>Produzent</a:t>
            </a:r>
            <a:r>
              <a:rPr lang="en-US" b="1" dirty="0"/>
              <a:t> </a:t>
            </a:r>
            <a:r>
              <a:rPr lang="en-US" b="1" dirty="0" err="1"/>
              <a:t>sichtbar</a:t>
            </a:r>
            <a:endParaRPr lang="en-US" dirty="0"/>
          </a:p>
          <a:p>
            <a:pPr lvl="0"/>
            <a:r>
              <a:rPr lang="en-US" b="1" dirty="0" err="1"/>
              <a:t>Landwirte</a:t>
            </a:r>
            <a:r>
              <a:rPr lang="en-US" b="1" dirty="0"/>
              <a:t> </a:t>
            </a:r>
            <a:r>
              <a:rPr lang="en-US" b="1" dirty="0" err="1"/>
              <a:t>profitieren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zusätzlichen</a:t>
            </a:r>
            <a:r>
              <a:rPr lang="en-US" dirty="0"/>
              <a:t> </a:t>
            </a:r>
            <a:r>
              <a:rPr lang="en-US" dirty="0" err="1"/>
              <a:t>Absatzkanal</a:t>
            </a:r>
            <a:r>
              <a:rPr lang="en-US" dirty="0"/>
              <a:t> und </a:t>
            </a:r>
            <a:r>
              <a:rPr lang="en-US" dirty="0" err="1"/>
              <a:t>direkten</a:t>
            </a:r>
            <a:r>
              <a:rPr lang="en-US" dirty="0"/>
              <a:t> </a:t>
            </a:r>
            <a:r>
              <a:rPr lang="en-US" dirty="0" err="1"/>
              <a:t>Kundenzugang</a:t>
            </a:r>
            <a:r>
              <a:rPr lang="en-US" dirty="0"/>
              <a:t>; </a:t>
            </a:r>
            <a:r>
              <a:rPr lang="en-US" dirty="0" err="1"/>
              <a:t>Direktvermarktung</a:t>
            </a:r>
            <a:r>
              <a:rPr lang="en-US" dirty="0"/>
              <a:t> und </a:t>
            </a:r>
            <a:r>
              <a:rPr lang="en-US" dirty="0" err="1"/>
              <a:t>Kooperationen</a:t>
            </a:r>
            <a:r>
              <a:rPr lang="en-US" dirty="0"/>
              <a:t> </a:t>
            </a:r>
            <a:r>
              <a:rPr lang="en-US" dirty="0" err="1"/>
              <a:t>können</a:t>
            </a:r>
            <a:r>
              <a:rPr lang="en-US" dirty="0"/>
              <a:t> </a:t>
            </a:r>
            <a:r>
              <a:rPr lang="en-US" dirty="0" err="1"/>
              <a:t>ihre</a:t>
            </a:r>
            <a:r>
              <a:rPr lang="en-US" dirty="0"/>
              <a:t> </a:t>
            </a:r>
            <a:r>
              <a:rPr lang="en-US" dirty="0" err="1"/>
              <a:t>Marktposition</a:t>
            </a:r>
            <a:r>
              <a:rPr lang="en-US" dirty="0"/>
              <a:t> </a:t>
            </a:r>
            <a:r>
              <a:rPr lang="en-US" dirty="0" err="1"/>
              <a:t>stärken</a:t>
            </a:r>
            <a:r>
              <a:rPr lang="en-US" dirty="0"/>
              <a:t>. </a:t>
            </a:r>
            <a:r>
              <a:rPr lang="en-US" dirty="0">
                <a:hlinkClick r:id="rId2"/>
              </a:rPr>
              <a:t>Landwirtschaft</a:t>
            </a:r>
            <a:endParaRPr lang="en-US" dirty="0"/>
          </a:p>
          <a:p>
            <a:pPr lvl="0"/>
            <a:r>
              <a:rPr lang="en-US" b="1" dirty="0"/>
              <a:t>Kunden </a:t>
            </a:r>
            <a:r>
              <a:rPr lang="en-US" b="1" dirty="0" err="1"/>
              <a:t>profitieren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Regionalität</a:t>
            </a:r>
            <a:r>
              <a:rPr lang="en-US" dirty="0"/>
              <a:t>, </a:t>
            </a:r>
            <a:r>
              <a:rPr lang="en-US" dirty="0" err="1"/>
              <a:t>Transparenz</a:t>
            </a:r>
            <a:r>
              <a:rPr lang="en-US" dirty="0"/>
              <a:t> und </a:t>
            </a:r>
            <a:r>
              <a:rPr lang="en-US" dirty="0" err="1"/>
              <a:t>bequemere</a:t>
            </a:r>
            <a:r>
              <a:rPr lang="en-US" dirty="0"/>
              <a:t> </a:t>
            </a:r>
            <a:r>
              <a:rPr lang="en-US" dirty="0" err="1"/>
              <a:t>Lieferung</a:t>
            </a:r>
            <a:endParaRPr lang="en-US" dirty="0"/>
          </a:p>
          <a:p>
            <a:pPr lvl="0"/>
            <a:r>
              <a:rPr lang="en-US" dirty="0" err="1"/>
              <a:t>regionale</a:t>
            </a:r>
            <a:r>
              <a:rPr lang="en-US" dirty="0"/>
              <a:t> </a:t>
            </a:r>
            <a:r>
              <a:rPr lang="en-US" dirty="0" err="1"/>
              <a:t>Produkte</a:t>
            </a:r>
            <a:r>
              <a:rPr lang="en-US" dirty="0"/>
              <a:t> </a:t>
            </a:r>
            <a:r>
              <a:rPr lang="en-US" dirty="0" err="1"/>
              <a:t>sind</a:t>
            </a:r>
            <a:r>
              <a:rPr lang="en-US" dirty="0"/>
              <a:t> </a:t>
            </a:r>
            <a:r>
              <a:rPr lang="en-US" dirty="0" err="1"/>
              <a:t>tatsächlich</a:t>
            </a:r>
            <a:r>
              <a:rPr lang="en-US" dirty="0"/>
              <a:t> </a:t>
            </a:r>
            <a:r>
              <a:rPr lang="en-US" dirty="0" err="1"/>
              <a:t>gefragt</a:t>
            </a:r>
            <a:r>
              <a:rPr lang="en-US" dirty="0"/>
              <a:t>: 2024 </a:t>
            </a:r>
            <a:r>
              <a:rPr lang="en-US" dirty="0" err="1"/>
              <a:t>achteten</a:t>
            </a:r>
            <a:r>
              <a:rPr lang="en-US" dirty="0"/>
              <a:t> </a:t>
            </a:r>
            <a:r>
              <a:rPr lang="en-US" b="1" dirty="0"/>
              <a:t>77 %</a:t>
            </a:r>
            <a:r>
              <a:rPr lang="en-US" dirty="0"/>
              <a:t> auf </a:t>
            </a:r>
            <a:r>
              <a:rPr lang="en-US" dirty="0" err="1"/>
              <a:t>regionale</a:t>
            </a:r>
            <a:r>
              <a:rPr lang="en-US" dirty="0"/>
              <a:t> </a:t>
            </a:r>
            <a:r>
              <a:rPr lang="en-US" dirty="0" err="1"/>
              <a:t>Herkunft</a:t>
            </a:r>
            <a:r>
              <a:rPr lang="en-US" dirty="0"/>
              <a:t>, </a:t>
            </a:r>
            <a:r>
              <a:rPr lang="en-US" b="1" dirty="0"/>
              <a:t>80 %</a:t>
            </a:r>
            <a:r>
              <a:rPr lang="en-US" dirty="0"/>
              <a:t> auf </a:t>
            </a:r>
            <a:r>
              <a:rPr lang="en-US" dirty="0" err="1"/>
              <a:t>Saisonalität</a:t>
            </a:r>
            <a:r>
              <a:rPr lang="en-US" dirty="0"/>
              <a:t>. </a:t>
            </a:r>
            <a:r>
              <a:rPr lang="en-US" dirty="0">
                <a:hlinkClick r:id="rId3"/>
              </a:rPr>
              <a:t>Federal Ministry of Food and Agriculture</a:t>
            </a:r>
            <a:endParaRPr lang="en-US" dirty="0"/>
          </a:p>
          <a:p>
            <a:pPr lvl="0"/>
            <a:r>
              <a:rPr lang="en-US" b="1" dirty="0" err="1"/>
              <a:t>Überschüsse</a:t>
            </a:r>
            <a:r>
              <a:rPr lang="en-US" b="1" dirty="0"/>
              <a:t> / </a:t>
            </a:r>
            <a:r>
              <a:rPr lang="en-US" b="1" dirty="0" err="1"/>
              <a:t>unterschiedliche</a:t>
            </a:r>
            <a:r>
              <a:rPr lang="en-US" b="1" dirty="0"/>
              <a:t> </a:t>
            </a:r>
            <a:r>
              <a:rPr lang="en-US" b="1" dirty="0" err="1"/>
              <a:t>Bestände</a:t>
            </a:r>
            <a:r>
              <a:rPr lang="en-US" dirty="0"/>
              <a:t> </a:t>
            </a:r>
            <a:r>
              <a:rPr lang="en-US" dirty="0" err="1"/>
              <a:t>zwischen</a:t>
            </a:r>
            <a:r>
              <a:rPr lang="en-US" dirty="0"/>
              <a:t> Höfen </a:t>
            </a:r>
            <a:r>
              <a:rPr lang="en-US" dirty="0" err="1"/>
              <a:t>besser</a:t>
            </a:r>
            <a:r>
              <a:rPr lang="en-US" dirty="0"/>
              <a:t> </a:t>
            </a:r>
            <a:r>
              <a:rPr lang="en-US" dirty="0" err="1"/>
              <a:t>ausgleichen</a:t>
            </a:r>
            <a:endParaRPr lang="en-US" dirty="0"/>
          </a:p>
          <a:p>
            <a:pPr lvl="0"/>
            <a:r>
              <a:rPr lang="en-US" b="1" dirty="0" err="1"/>
              <a:t>regionale</a:t>
            </a:r>
            <a:r>
              <a:rPr lang="en-US" b="1" dirty="0"/>
              <a:t> </a:t>
            </a:r>
            <a:r>
              <a:rPr lang="en-US" b="1" dirty="0" err="1"/>
              <a:t>Wertschöpfung</a:t>
            </a:r>
            <a:r>
              <a:rPr lang="en-US" dirty="0"/>
              <a:t> </a:t>
            </a:r>
            <a:r>
              <a:rPr lang="en-US" dirty="0" err="1"/>
              <a:t>bleibt</a:t>
            </a:r>
            <a:r>
              <a:rPr lang="en-US" dirty="0"/>
              <a:t> </a:t>
            </a:r>
            <a:r>
              <a:rPr lang="en-US" dirty="0" err="1"/>
              <a:t>stärker</a:t>
            </a:r>
            <a:r>
              <a:rPr lang="en-US" dirty="0"/>
              <a:t> in der Region</a:t>
            </a:r>
          </a:p>
          <a:p>
            <a:pPr lvl="0"/>
            <a:r>
              <a:rPr lang="en-US" b="1" dirty="0"/>
              <a:t>Zukunft: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einzelnen</a:t>
            </a:r>
            <a:r>
              <a:rPr lang="en-US" dirty="0"/>
              <a:t> </a:t>
            </a:r>
            <a:r>
              <a:rPr lang="en-US" dirty="0" err="1"/>
              <a:t>Höfen</a:t>
            </a:r>
            <a:r>
              <a:rPr lang="en-US" dirty="0"/>
              <a:t> </a:t>
            </a:r>
            <a:r>
              <a:rPr lang="en-US" dirty="0" err="1"/>
              <a:t>entsteht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regionales</a:t>
            </a:r>
            <a:r>
              <a:rPr lang="en-US" dirty="0"/>
              <a:t> </a:t>
            </a:r>
            <a:r>
              <a:rPr lang="en-US" dirty="0" err="1"/>
              <a:t>Netzwerk</a:t>
            </a:r>
            <a:endParaRPr lang="en-US" dirty="0"/>
          </a:p>
          <a:p>
            <a:r>
              <a:rPr lang="en-US" b="1" dirty="0"/>
              <a:t>Apfel-Reel</a:t>
            </a:r>
          </a:p>
          <a:p>
            <a:r>
              <a:rPr lang="en-US" dirty="0"/>
              <a:t>Den </a:t>
            </a:r>
            <a:r>
              <a:rPr lang="en-US" dirty="0" err="1"/>
              <a:t>Punkt</a:t>
            </a:r>
            <a:r>
              <a:rPr lang="en-US" dirty="0"/>
              <a:t> </a:t>
            </a:r>
            <a:r>
              <a:rPr lang="en-US" dirty="0" err="1"/>
              <a:t>kannst</a:t>
            </a:r>
            <a:r>
              <a:rPr lang="en-US" dirty="0"/>
              <a:t> du </a:t>
            </a:r>
            <a:r>
              <a:rPr lang="en-US" dirty="0" err="1"/>
              <a:t>benutzen</a:t>
            </a:r>
            <a:r>
              <a:rPr lang="en-US" dirty="0"/>
              <a:t>,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b="1" dirty="0"/>
              <a:t>nicht </a:t>
            </a:r>
            <a:r>
              <a:rPr lang="en-US" b="1" dirty="0" err="1"/>
              <a:t>mit</a:t>
            </a:r>
            <a:r>
              <a:rPr lang="en-US" b="1" dirty="0"/>
              <a:t> „</a:t>
            </a:r>
            <a:r>
              <a:rPr lang="en-US" b="1" dirty="0" err="1"/>
              <a:t>über</a:t>
            </a:r>
            <a:r>
              <a:rPr lang="en-US" b="1" dirty="0"/>
              <a:t> 10 cm </a:t>
            </a:r>
            <a:r>
              <a:rPr lang="en-US" b="1" dirty="0" err="1"/>
              <a:t>darf</a:t>
            </a:r>
            <a:r>
              <a:rPr lang="en-US" b="1" dirty="0"/>
              <a:t> er nicht </a:t>
            </a:r>
            <a:r>
              <a:rPr lang="en-US" b="1" dirty="0" err="1"/>
              <a:t>verkauft</a:t>
            </a:r>
            <a:r>
              <a:rPr lang="en-US" b="1" dirty="0"/>
              <a:t> </a:t>
            </a:r>
            <a:r>
              <a:rPr lang="en-US" b="1" dirty="0" err="1"/>
              <a:t>werden</a:t>
            </a:r>
            <a:r>
              <a:rPr lang="en-US" b="1" dirty="0"/>
              <a:t>“</a:t>
            </a:r>
            <a:r>
              <a:rPr lang="en-US" dirty="0"/>
              <a:t>. Die EU-Norm </a:t>
            </a:r>
            <a:r>
              <a:rPr lang="en-US" dirty="0" err="1"/>
              <a:t>kennt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allem</a:t>
            </a:r>
            <a:r>
              <a:rPr lang="en-US" dirty="0"/>
              <a:t> </a:t>
            </a:r>
            <a:r>
              <a:rPr lang="en-US" dirty="0" err="1"/>
              <a:t>Mindestgrößen</a:t>
            </a:r>
            <a:r>
              <a:rPr lang="en-US" dirty="0"/>
              <a:t> und </a:t>
            </a:r>
            <a:r>
              <a:rPr lang="en-US" dirty="0" err="1"/>
              <a:t>Vorgaben</a:t>
            </a:r>
            <a:r>
              <a:rPr lang="en-US" dirty="0"/>
              <a:t>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Größen-Gleichmäßigkeit</a:t>
            </a:r>
            <a:r>
              <a:rPr lang="en-US" dirty="0"/>
              <a:t> </a:t>
            </a:r>
            <a:r>
              <a:rPr lang="en-US" dirty="0" err="1"/>
              <a:t>innerhalb</a:t>
            </a:r>
            <a:r>
              <a:rPr lang="en-US" dirty="0"/>
              <a:t> </a:t>
            </a:r>
            <a:r>
              <a:rPr lang="en-US" dirty="0" err="1"/>
              <a:t>bestimmter</a:t>
            </a:r>
            <a:r>
              <a:rPr lang="en-US" dirty="0"/>
              <a:t> </a:t>
            </a:r>
            <a:r>
              <a:rPr lang="en-US" dirty="0" err="1"/>
              <a:t>Packungen</a:t>
            </a:r>
            <a:r>
              <a:rPr lang="en-US" dirty="0"/>
              <a:t>;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allgemeines</a:t>
            </a:r>
            <a:r>
              <a:rPr lang="en-US" dirty="0"/>
              <a:t> Maximum von 10 cm </a:t>
            </a:r>
            <a:r>
              <a:rPr lang="en-US" dirty="0" err="1"/>
              <a:t>gibt</a:t>
            </a:r>
            <a:r>
              <a:rPr lang="en-US" dirty="0"/>
              <a:t> es nicht. </a:t>
            </a:r>
            <a:r>
              <a:rPr lang="en-US" dirty="0">
                <a:hlinkClick r:id="rId4"/>
              </a:rPr>
              <a:t>Eur-Lex</a:t>
            </a:r>
            <a:endParaRPr lang="en-US" dirty="0"/>
          </a:p>
          <a:p>
            <a:r>
              <a:rPr lang="en-US" dirty="0"/>
              <a:t>Besser:</a:t>
            </a:r>
          </a:p>
          <a:p>
            <a:r>
              <a:rPr lang="en-US" dirty="0"/>
              <a:t>„Auch </a:t>
            </a:r>
            <a:r>
              <a:rPr lang="en-US" dirty="0" err="1"/>
              <a:t>einwandfreie</a:t>
            </a:r>
            <a:r>
              <a:rPr lang="en-US" dirty="0"/>
              <a:t> </a:t>
            </a:r>
            <a:r>
              <a:rPr lang="en-US" dirty="0" err="1"/>
              <a:t>Lebensmittel</a:t>
            </a:r>
            <a:r>
              <a:rPr lang="en-US" dirty="0"/>
              <a:t> </a:t>
            </a:r>
            <a:r>
              <a:rPr lang="en-US" dirty="0" err="1"/>
              <a:t>können</a:t>
            </a:r>
            <a:r>
              <a:rPr lang="en-US" dirty="0"/>
              <a:t> </a:t>
            </a:r>
            <a:r>
              <a:rPr lang="en-US" dirty="0" err="1"/>
              <a:t>wegen</a:t>
            </a:r>
            <a:r>
              <a:rPr lang="en-US" dirty="0"/>
              <a:t> Handels-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Sortieranforderungen</a:t>
            </a:r>
            <a:r>
              <a:rPr lang="en-US" dirty="0"/>
              <a:t> </a:t>
            </a:r>
            <a:r>
              <a:rPr lang="en-US" dirty="0" err="1"/>
              <a:t>schlechter</a:t>
            </a:r>
            <a:r>
              <a:rPr lang="en-US" dirty="0"/>
              <a:t> </a:t>
            </a:r>
            <a:r>
              <a:rPr lang="en-US" dirty="0" err="1"/>
              <a:t>vermarktbar</a:t>
            </a:r>
            <a:r>
              <a:rPr lang="en-US" dirty="0"/>
              <a:t> sein. </a:t>
            </a:r>
            <a:r>
              <a:rPr lang="en-US" dirty="0" err="1"/>
              <a:t>LocalBite</a:t>
            </a:r>
            <a:r>
              <a:rPr lang="en-US" dirty="0"/>
              <a:t> </a:t>
            </a:r>
            <a:r>
              <a:rPr lang="en-US" dirty="0" err="1"/>
              <a:t>schafft</a:t>
            </a:r>
            <a:r>
              <a:rPr lang="en-US" dirty="0"/>
              <a:t> </a:t>
            </a:r>
            <a:r>
              <a:rPr lang="en-US" dirty="0" err="1"/>
              <a:t>dafür</a:t>
            </a:r>
            <a:r>
              <a:rPr lang="en-US" dirty="0"/>
              <a:t> </a:t>
            </a:r>
            <a:r>
              <a:rPr lang="en-US" dirty="0" err="1"/>
              <a:t>einen</a:t>
            </a:r>
            <a:r>
              <a:rPr lang="en-US" dirty="0"/>
              <a:t> </a:t>
            </a:r>
            <a:r>
              <a:rPr lang="en-US" dirty="0" err="1"/>
              <a:t>zusätzlichen</a:t>
            </a:r>
            <a:r>
              <a:rPr lang="en-US" dirty="0"/>
              <a:t> </a:t>
            </a:r>
            <a:r>
              <a:rPr lang="en-US" dirty="0" err="1"/>
              <a:t>direkten</a:t>
            </a:r>
            <a:r>
              <a:rPr lang="en-US" dirty="0"/>
              <a:t> </a:t>
            </a:r>
            <a:r>
              <a:rPr lang="en-US" dirty="0" err="1"/>
              <a:t>Absatzweg</a:t>
            </a:r>
            <a:r>
              <a:rPr lang="en-US" dirty="0"/>
              <a:t>.“</a:t>
            </a:r>
          </a:p>
          <a:p>
            <a:r>
              <a:rPr lang="en-US" b="1" dirty="0"/>
              <a:t>„Gutes Essen → </a:t>
            </a:r>
            <a:r>
              <a:rPr lang="en-US" b="1" dirty="0" err="1"/>
              <a:t>gute</a:t>
            </a:r>
            <a:r>
              <a:rPr lang="en-US" b="1" dirty="0"/>
              <a:t> Laune / </a:t>
            </a:r>
            <a:r>
              <a:rPr lang="en-US" b="1" dirty="0" err="1"/>
              <a:t>Produktivität</a:t>
            </a:r>
            <a:r>
              <a:rPr lang="en-US" b="1" dirty="0"/>
              <a:t>“</a:t>
            </a:r>
          </a:p>
          <a:p>
            <a:r>
              <a:rPr lang="en-US" dirty="0" err="1"/>
              <a:t>Kannst</a:t>
            </a:r>
            <a:r>
              <a:rPr lang="en-US" dirty="0"/>
              <a:t> du </a:t>
            </a:r>
            <a:r>
              <a:rPr lang="en-US" b="1" dirty="0" err="1"/>
              <a:t>vorsichtig</a:t>
            </a:r>
            <a:r>
              <a:rPr lang="en-US" dirty="0"/>
              <a:t> </a:t>
            </a:r>
            <a:r>
              <a:rPr lang="en-US" dirty="0" err="1"/>
              <a:t>sagen</a:t>
            </a:r>
            <a:r>
              <a:rPr lang="en-US" dirty="0"/>
              <a:t>. Gesündere </a:t>
            </a:r>
            <a:r>
              <a:rPr lang="en-US" dirty="0" err="1"/>
              <a:t>Ernährung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besserem</a:t>
            </a:r>
            <a:r>
              <a:rPr lang="en-US" dirty="0"/>
              <a:t> </a:t>
            </a:r>
            <a:r>
              <a:rPr lang="en-US" dirty="0" err="1"/>
              <a:t>Wohlbefinden</a:t>
            </a:r>
            <a:r>
              <a:rPr lang="en-US" dirty="0"/>
              <a:t> in </a:t>
            </a:r>
            <a:r>
              <a:rPr lang="en-US" dirty="0" err="1"/>
              <a:t>Verbindung</a:t>
            </a:r>
            <a:r>
              <a:rPr lang="en-US" dirty="0"/>
              <a:t> </a:t>
            </a:r>
            <a:r>
              <a:rPr lang="en-US" dirty="0" err="1"/>
              <a:t>gebracht</a:t>
            </a:r>
            <a:r>
              <a:rPr lang="en-US" dirty="0"/>
              <a:t>, und </a:t>
            </a:r>
            <a:r>
              <a:rPr lang="en-US" dirty="0" err="1"/>
              <a:t>Arbeitsplatzstudien</a:t>
            </a:r>
            <a:r>
              <a:rPr lang="en-US" dirty="0"/>
              <a:t> </a:t>
            </a:r>
            <a:r>
              <a:rPr lang="en-US" dirty="0" err="1"/>
              <a:t>zeigen</a:t>
            </a:r>
            <a:r>
              <a:rPr lang="en-US" dirty="0"/>
              <a:t> </a:t>
            </a:r>
            <a:r>
              <a:rPr lang="en-US" dirty="0" err="1"/>
              <a:t>Hinweise</a:t>
            </a:r>
            <a:r>
              <a:rPr lang="en-US" dirty="0"/>
              <a:t> auf positive </a:t>
            </a:r>
            <a:r>
              <a:rPr lang="en-US" dirty="0" err="1"/>
              <a:t>Effekte</a:t>
            </a:r>
            <a:r>
              <a:rPr lang="en-US" dirty="0"/>
              <a:t> auf </a:t>
            </a:r>
            <a:r>
              <a:rPr lang="en-US" dirty="0" err="1"/>
              <a:t>Fehlzeiten</a:t>
            </a:r>
            <a:r>
              <a:rPr lang="en-US" dirty="0"/>
              <a:t> </a:t>
            </a:r>
            <a:r>
              <a:rPr lang="en-US" dirty="0" err="1"/>
              <a:t>bzw</a:t>
            </a:r>
            <a:r>
              <a:rPr lang="en-US" dirty="0"/>
              <a:t>. </a:t>
            </a:r>
            <a:r>
              <a:rPr lang="en-US" dirty="0" err="1"/>
              <a:t>Produktivität</a:t>
            </a:r>
            <a:r>
              <a:rPr lang="en-US" dirty="0"/>
              <a:t>. Aber nicht </a:t>
            </a:r>
            <a:r>
              <a:rPr lang="en-US" dirty="0" err="1"/>
              <a:t>sagen</a:t>
            </a:r>
            <a:r>
              <a:rPr lang="en-US" dirty="0"/>
              <a:t>: </a:t>
            </a:r>
            <a:r>
              <a:rPr lang="en-US" b="1" dirty="0"/>
              <a:t>„</a:t>
            </a:r>
            <a:r>
              <a:rPr lang="en-US" b="1" dirty="0" err="1"/>
              <a:t>LocalBite</a:t>
            </a:r>
            <a:r>
              <a:rPr lang="en-US" b="1" dirty="0"/>
              <a:t> </a:t>
            </a:r>
            <a:r>
              <a:rPr lang="en-US" b="1" dirty="0" err="1"/>
              <a:t>steigert</a:t>
            </a:r>
            <a:r>
              <a:rPr lang="en-US" b="1" dirty="0"/>
              <a:t> die </a:t>
            </a:r>
            <a:r>
              <a:rPr lang="en-US" b="1" dirty="0" err="1"/>
              <a:t>Produktivität</a:t>
            </a:r>
            <a:r>
              <a:rPr lang="en-US" b="1" dirty="0"/>
              <a:t> der Stadt.“</a:t>
            </a:r>
            <a:r>
              <a:rPr lang="en-US" dirty="0"/>
              <a:t> Das </a:t>
            </a:r>
            <a:r>
              <a:rPr lang="en-US" dirty="0" err="1"/>
              <a:t>wäre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groß</a:t>
            </a:r>
            <a:r>
              <a:rPr lang="en-US" dirty="0"/>
              <a:t>. </a:t>
            </a:r>
            <a:r>
              <a:rPr lang="en-US" dirty="0">
                <a:hlinkClick r:id="rId5"/>
              </a:rPr>
              <a:t>PubMed</a:t>
            </a:r>
            <a:endParaRPr lang="en-US" dirty="0"/>
          </a:p>
          <a:p>
            <a:r>
              <a:rPr lang="en-US" dirty="0"/>
              <a:t>Besser:</a:t>
            </a:r>
          </a:p>
          <a:p>
            <a:r>
              <a:rPr lang="en-US" dirty="0"/>
              <a:t>„</a:t>
            </a:r>
            <a:r>
              <a:rPr lang="en-US" dirty="0" err="1"/>
              <a:t>Einfacher</a:t>
            </a:r>
            <a:r>
              <a:rPr lang="en-US" dirty="0"/>
              <a:t> </a:t>
            </a:r>
            <a:r>
              <a:rPr lang="en-US" dirty="0" err="1"/>
              <a:t>Zugang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frischen</a:t>
            </a:r>
            <a:r>
              <a:rPr lang="en-US" dirty="0"/>
              <a:t> </a:t>
            </a:r>
            <a:r>
              <a:rPr lang="en-US" dirty="0" err="1"/>
              <a:t>Lebensmitteln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gesündere</a:t>
            </a:r>
            <a:r>
              <a:rPr lang="en-US" dirty="0"/>
              <a:t> </a:t>
            </a:r>
            <a:r>
              <a:rPr lang="en-US" dirty="0" err="1"/>
              <a:t>Ernährung</a:t>
            </a:r>
            <a:r>
              <a:rPr lang="en-US" dirty="0"/>
              <a:t> </a:t>
            </a:r>
            <a:r>
              <a:rPr lang="en-US" dirty="0" err="1"/>
              <a:t>unterstützen</a:t>
            </a:r>
            <a:r>
              <a:rPr lang="en-US" dirty="0"/>
              <a:t>.“</a:t>
            </a:r>
          </a:p>
          <a:p>
            <a:r>
              <a:rPr lang="en-US" b="1" dirty="0"/>
              <a:t>3D-gedrucktes Essen</a:t>
            </a:r>
          </a:p>
          <a:p>
            <a:r>
              <a:rPr lang="en-US" dirty="0"/>
              <a:t>Das </a:t>
            </a:r>
            <a:r>
              <a:rPr lang="en-US" dirty="0" err="1"/>
              <a:t>würde</a:t>
            </a:r>
            <a:r>
              <a:rPr lang="en-US" dirty="0"/>
              <a:t> ich </a:t>
            </a:r>
            <a:r>
              <a:rPr lang="en-US" b="1" dirty="0"/>
              <a:t>nicht </a:t>
            </a:r>
            <a:r>
              <a:rPr lang="en-US" b="1" dirty="0" err="1"/>
              <a:t>als</a:t>
            </a:r>
            <a:r>
              <a:rPr lang="en-US" b="1" dirty="0"/>
              <a:t> ‚</a:t>
            </a:r>
            <a:r>
              <a:rPr lang="en-US" b="1" dirty="0" err="1"/>
              <a:t>LocalBite</a:t>
            </a:r>
            <a:r>
              <a:rPr lang="en-US" b="1" dirty="0"/>
              <a:t> </a:t>
            </a:r>
            <a:r>
              <a:rPr lang="en-US" b="1" dirty="0" err="1"/>
              <a:t>verhindert</a:t>
            </a:r>
            <a:r>
              <a:rPr lang="en-US" b="1" dirty="0"/>
              <a:t> 3D-Essen‘</a:t>
            </a:r>
            <a:r>
              <a:rPr lang="en-US" dirty="0"/>
              <a:t> </a:t>
            </a:r>
            <a:r>
              <a:rPr lang="en-US" dirty="0" err="1"/>
              <a:t>formulieren</a:t>
            </a:r>
            <a:r>
              <a:rPr lang="en-US" dirty="0"/>
              <a:t>. Das </a:t>
            </a:r>
            <a:r>
              <a:rPr lang="en-US" dirty="0" err="1"/>
              <a:t>klingt</a:t>
            </a:r>
            <a:r>
              <a:rPr lang="en-US" dirty="0"/>
              <a:t> schnell </a:t>
            </a:r>
            <a:r>
              <a:rPr lang="en-US" dirty="0" err="1"/>
              <a:t>künstlich</a:t>
            </a:r>
            <a:r>
              <a:rPr lang="en-US" dirty="0"/>
              <a:t> </a:t>
            </a:r>
            <a:r>
              <a:rPr lang="en-US" dirty="0" err="1"/>
              <a:t>dramatisch</a:t>
            </a:r>
            <a:r>
              <a:rPr lang="en-US" dirty="0"/>
              <a:t>.</a:t>
            </a:r>
          </a:p>
          <a:p>
            <a:r>
              <a:rPr lang="en-US" dirty="0"/>
              <a:t>Aber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Zukunftskontrast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es </a:t>
            </a:r>
            <a:r>
              <a:rPr lang="en-US" dirty="0" err="1"/>
              <a:t>interessant</a:t>
            </a:r>
            <a:r>
              <a:rPr lang="en-US" dirty="0"/>
              <a:t>: In den USA </a:t>
            </a:r>
            <a:r>
              <a:rPr lang="en-US" dirty="0" err="1"/>
              <a:t>gibt</a:t>
            </a:r>
            <a:r>
              <a:rPr lang="en-US" dirty="0"/>
              <a:t> es </a:t>
            </a:r>
            <a:r>
              <a:rPr lang="en-US" dirty="0" err="1"/>
              <a:t>inzwischen</a:t>
            </a:r>
            <a:r>
              <a:rPr lang="en-US" dirty="0"/>
              <a:t> </a:t>
            </a:r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kommerzielle</a:t>
            </a:r>
            <a:r>
              <a:rPr lang="en-US" dirty="0"/>
              <a:t> </a:t>
            </a:r>
            <a:r>
              <a:rPr lang="en-US" b="1" dirty="0"/>
              <a:t>3D-gedruckte </a:t>
            </a:r>
            <a:r>
              <a:rPr lang="en-US" b="1" dirty="0" err="1"/>
              <a:t>pflanzliche</a:t>
            </a:r>
            <a:r>
              <a:rPr lang="en-US" b="1" dirty="0"/>
              <a:t> </a:t>
            </a:r>
            <a:r>
              <a:rPr lang="en-US" b="1" dirty="0" err="1"/>
              <a:t>Fleischalternativen</a:t>
            </a:r>
            <a:r>
              <a:rPr lang="en-US" dirty="0"/>
              <a:t>, </a:t>
            </a:r>
            <a:r>
              <a:rPr lang="en-US" dirty="0" err="1"/>
              <a:t>derzeit</a:t>
            </a:r>
            <a:r>
              <a:rPr lang="en-US" dirty="0"/>
              <a:t>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begrenzt</a:t>
            </a:r>
            <a:r>
              <a:rPr lang="en-US" dirty="0"/>
              <a:t> und nicht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heimlich</a:t>
            </a:r>
            <a:r>
              <a:rPr lang="en-US" dirty="0"/>
              <a:t> </a:t>
            </a:r>
            <a:r>
              <a:rPr lang="en-US" dirty="0" err="1"/>
              <a:t>ersetztes</a:t>
            </a:r>
            <a:r>
              <a:rPr lang="en-US" dirty="0"/>
              <a:t> </a:t>
            </a:r>
            <a:r>
              <a:rPr lang="en-US" dirty="0" err="1"/>
              <a:t>normales</a:t>
            </a:r>
            <a:r>
              <a:rPr lang="en-US" dirty="0"/>
              <a:t> Fleisch. </a:t>
            </a:r>
            <a:r>
              <a:rPr lang="en-US" dirty="0">
                <a:hlinkClick r:id="rId6"/>
              </a:rPr>
              <a:t>Inc.com</a:t>
            </a:r>
            <a:endParaRPr lang="en-US" dirty="0"/>
          </a:p>
          <a:p>
            <a:r>
              <a:rPr lang="en-US" dirty="0"/>
              <a:t>Besser:</a:t>
            </a:r>
          </a:p>
          <a:p>
            <a:r>
              <a:rPr lang="en-US" dirty="0"/>
              <a:t>„</a:t>
            </a:r>
            <a:r>
              <a:rPr lang="en-US" dirty="0" err="1"/>
              <a:t>Während</a:t>
            </a:r>
            <a:r>
              <a:rPr lang="en-US" dirty="0"/>
              <a:t> </a:t>
            </a:r>
            <a:r>
              <a:rPr lang="en-US" dirty="0" err="1"/>
              <a:t>Lebensmittelproduktion</a:t>
            </a:r>
            <a:r>
              <a:rPr lang="en-US" dirty="0"/>
              <a:t> immer </a:t>
            </a:r>
            <a:r>
              <a:rPr lang="en-US" dirty="0" err="1"/>
              <a:t>stärker</a:t>
            </a:r>
            <a:r>
              <a:rPr lang="en-US" dirty="0"/>
              <a:t> </a:t>
            </a:r>
            <a:r>
              <a:rPr lang="en-US" dirty="0" err="1"/>
              <a:t>industrialisiert</a:t>
            </a:r>
            <a:r>
              <a:rPr lang="en-US" dirty="0"/>
              <a:t> und </a:t>
            </a:r>
            <a:r>
              <a:rPr lang="en-US" dirty="0" err="1"/>
              <a:t>technologisiert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, </a:t>
            </a:r>
            <a:r>
              <a:rPr lang="en-US" dirty="0" err="1"/>
              <a:t>setzt</a:t>
            </a:r>
            <a:r>
              <a:rPr lang="en-US" dirty="0"/>
              <a:t> </a:t>
            </a:r>
            <a:r>
              <a:rPr lang="en-US" dirty="0" err="1"/>
              <a:t>LocalBite</a:t>
            </a:r>
            <a:r>
              <a:rPr lang="en-US" dirty="0"/>
              <a:t> </a:t>
            </a:r>
            <a:r>
              <a:rPr lang="en-US" dirty="0" err="1"/>
              <a:t>bewusst</a:t>
            </a:r>
            <a:r>
              <a:rPr lang="en-US" dirty="0"/>
              <a:t> auf </a:t>
            </a:r>
            <a:r>
              <a:rPr lang="en-US" dirty="0" err="1"/>
              <a:t>Transparenz</a:t>
            </a:r>
            <a:r>
              <a:rPr lang="en-US" dirty="0"/>
              <a:t>: Der Kunde </a:t>
            </a:r>
            <a:r>
              <a:rPr lang="en-US" dirty="0" err="1"/>
              <a:t>weiß</a:t>
            </a:r>
            <a:r>
              <a:rPr lang="en-US" dirty="0"/>
              <a:t>, von </a:t>
            </a:r>
            <a:r>
              <a:rPr lang="en-US" dirty="0" err="1"/>
              <a:t>welchem</a:t>
            </a:r>
            <a:r>
              <a:rPr lang="en-US" dirty="0"/>
              <a:t> Hof sein </a:t>
            </a:r>
            <a:r>
              <a:rPr lang="en-US" dirty="0" err="1"/>
              <a:t>Produkt</a:t>
            </a:r>
            <a:r>
              <a:rPr lang="en-US" dirty="0"/>
              <a:t> </a:t>
            </a:r>
            <a:r>
              <a:rPr lang="en-US" dirty="0" err="1"/>
              <a:t>kommt</a:t>
            </a:r>
            <a:r>
              <a:rPr lang="en-US" dirty="0"/>
              <a:t>.“</a:t>
            </a:r>
          </a:p>
          <a:p>
            <a:r>
              <a:rPr lang="en-US" b="1" dirty="0"/>
              <a:t>Daraus </a:t>
            </a:r>
            <a:r>
              <a:rPr lang="en-US" b="1" dirty="0" err="1"/>
              <a:t>würde</a:t>
            </a:r>
            <a:r>
              <a:rPr lang="en-US" b="1" dirty="0"/>
              <a:t> ich </a:t>
            </a:r>
            <a:r>
              <a:rPr lang="en-US" b="1" dirty="0" err="1"/>
              <a:t>deine</a:t>
            </a:r>
            <a:r>
              <a:rPr lang="en-US" b="1" dirty="0"/>
              <a:t> </a:t>
            </a:r>
            <a:r>
              <a:rPr lang="en-US" b="1" dirty="0" err="1"/>
              <a:t>Schlussargumentation</a:t>
            </a:r>
            <a:r>
              <a:rPr lang="en-US" b="1" dirty="0"/>
              <a:t> </a:t>
            </a:r>
            <a:r>
              <a:rPr lang="en-US" b="1" dirty="0" err="1"/>
              <a:t>machen</a:t>
            </a:r>
            <a:endParaRPr lang="en-US" b="1" dirty="0"/>
          </a:p>
          <a:p>
            <a:r>
              <a:rPr lang="en-US" b="1" dirty="0" err="1"/>
              <a:t>LocalBite</a:t>
            </a:r>
            <a:r>
              <a:rPr lang="en-US" b="1" dirty="0"/>
              <a:t> </a:t>
            </a:r>
            <a:r>
              <a:rPr lang="en-US" b="1" dirty="0" err="1"/>
              <a:t>schafft</a:t>
            </a:r>
            <a:r>
              <a:rPr lang="en-US" b="1" dirty="0"/>
              <a:t> </a:t>
            </a:r>
            <a:r>
              <a:rPr lang="en-US" b="1" dirty="0" err="1"/>
              <a:t>Mehrwert</a:t>
            </a:r>
            <a:r>
              <a:rPr lang="en-US" b="1" dirty="0"/>
              <a:t> für …</a:t>
            </a:r>
            <a:endParaRPr lang="en-US" dirty="0"/>
          </a:p>
          <a:p>
            <a:r>
              <a:rPr lang="en-US" b="1" dirty="0"/>
              <a:t>Kunden</a:t>
            </a:r>
            <a:br>
              <a:rPr lang="en-US" dirty="0"/>
            </a:br>
            <a:r>
              <a:rPr lang="en-US" dirty="0"/>
              <a:t>→ regional, </a:t>
            </a:r>
            <a:r>
              <a:rPr lang="en-US" dirty="0" err="1"/>
              <a:t>frisch</a:t>
            </a:r>
            <a:r>
              <a:rPr lang="en-US" dirty="0"/>
              <a:t>, transparent, </a:t>
            </a:r>
            <a:r>
              <a:rPr lang="en-US" dirty="0" err="1"/>
              <a:t>bequem</a:t>
            </a:r>
            <a:endParaRPr lang="en-US" dirty="0"/>
          </a:p>
          <a:p>
            <a:r>
              <a:rPr lang="en-US" b="1" dirty="0" err="1"/>
              <a:t>Landwirte</a:t>
            </a:r>
            <a:br>
              <a:rPr lang="en-US" dirty="0"/>
            </a:br>
            <a:r>
              <a:rPr lang="en-US" dirty="0"/>
              <a:t>→ </a:t>
            </a:r>
            <a:r>
              <a:rPr lang="en-US" dirty="0" err="1"/>
              <a:t>zusätzlicher</a:t>
            </a:r>
            <a:r>
              <a:rPr lang="en-US" dirty="0"/>
              <a:t> </a:t>
            </a:r>
            <a:r>
              <a:rPr lang="en-US" dirty="0" err="1"/>
              <a:t>Absatz</a:t>
            </a:r>
            <a:r>
              <a:rPr lang="en-US" dirty="0"/>
              <a:t>, </a:t>
            </a:r>
            <a:r>
              <a:rPr lang="en-US" dirty="0" err="1"/>
              <a:t>Sichtbarkeit</a:t>
            </a:r>
            <a:r>
              <a:rPr lang="en-US" dirty="0"/>
              <a:t>, </a:t>
            </a:r>
            <a:r>
              <a:rPr lang="en-US" dirty="0" err="1"/>
              <a:t>direkter</a:t>
            </a:r>
            <a:r>
              <a:rPr lang="en-US" dirty="0"/>
              <a:t> </a:t>
            </a:r>
            <a:r>
              <a:rPr lang="en-US" dirty="0" err="1"/>
              <a:t>Kundenzugang</a:t>
            </a:r>
            <a:endParaRPr lang="en-US" dirty="0"/>
          </a:p>
          <a:p>
            <a:r>
              <a:rPr lang="en-US" b="1" dirty="0"/>
              <a:t>Region</a:t>
            </a:r>
            <a:br>
              <a:rPr lang="en-US" dirty="0"/>
            </a:br>
            <a:r>
              <a:rPr lang="en-US" dirty="0"/>
              <a:t>→ </a:t>
            </a:r>
            <a:r>
              <a:rPr lang="en-US" dirty="0" err="1"/>
              <a:t>lokale</a:t>
            </a:r>
            <a:r>
              <a:rPr lang="en-US" dirty="0"/>
              <a:t> </a:t>
            </a:r>
            <a:r>
              <a:rPr lang="en-US" dirty="0" err="1"/>
              <a:t>Wertschöpfung</a:t>
            </a:r>
            <a:r>
              <a:rPr lang="en-US" dirty="0"/>
              <a:t>, </a:t>
            </a:r>
            <a:r>
              <a:rPr lang="en-US" dirty="0" err="1"/>
              <a:t>Höfe</a:t>
            </a:r>
            <a:r>
              <a:rPr lang="en-US" dirty="0"/>
              <a:t> </a:t>
            </a:r>
            <a:r>
              <a:rPr lang="en-US" dirty="0" err="1"/>
              <a:t>miteinander</a:t>
            </a:r>
            <a:r>
              <a:rPr lang="en-US" dirty="0"/>
              <a:t> </a:t>
            </a:r>
            <a:r>
              <a:rPr lang="en-US" dirty="0" err="1"/>
              <a:t>vernetzen</a:t>
            </a:r>
            <a:endParaRPr lang="en-US" dirty="0"/>
          </a:p>
          <a:p>
            <a:r>
              <a:rPr lang="en-US" b="1" dirty="0"/>
              <a:t>Umwelt / </a:t>
            </a:r>
            <a:r>
              <a:rPr lang="en-US" b="1" dirty="0" err="1"/>
              <a:t>Ressourcen</a:t>
            </a:r>
            <a:br>
              <a:rPr lang="en-US" dirty="0"/>
            </a:br>
            <a:r>
              <a:rPr lang="en-US" dirty="0"/>
              <a:t>→ Touren </a:t>
            </a:r>
            <a:r>
              <a:rPr lang="en-US" dirty="0" err="1"/>
              <a:t>bündeln</a:t>
            </a:r>
            <a:r>
              <a:rPr lang="en-US" dirty="0"/>
              <a:t>, </a:t>
            </a:r>
            <a:r>
              <a:rPr lang="en-US" dirty="0" err="1"/>
              <a:t>Überschüsse</a:t>
            </a:r>
            <a:r>
              <a:rPr lang="en-US" dirty="0"/>
              <a:t> </a:t>
            </a:r>
            <a:r>
              <a:rPr lang="en-US" dirty="0" err="1"/>
              <a:t>besser</a:t>
            </a:r>
            <a:r>
              <a:rPr lang="en-US" dirty="0"/>
              <a:t> </a:t>
            </a:r>
            <a:r>
              <a:rPr lang="en-US" dirty="0" err="1"/>
              <a:t>nutzen</a:t>
            </a:r>
            <a:r>
              <a:rPr lang="en-US" dirty="0"/>
              <a:t>, </a:t>
            </a:r>
            <a:r>
              <a:rPr lang="en-US" dirty="0" err="1"/>
              <a:t>Mehrweg</a:t>
            </a:r>
            <a:endParaRPr lang="en-US" dirty="0"/>
          </a:p>
          <a:p>
            <a:r>
              <a:rPr lang="en-US" b="1" dirty="0"/>
              <a:t>Zukunft</a:t>
            </a:r>
            <a:br>
              <a:rPr lang="en-US" dirty="0"/>
            </a:br>
            <a:r>
              <a:rPr lang="en-US" dirty="0"/>
              <a:t>→ </a:t>
            </a:r>
            <a:r>
              <a:rPr lang="en-US" dirty="0" err="1"/>
              <a:t>skalierbares</a:t>
            </a:r>
            <a:r>
              <a:rPr lang="en-US" dirty="0"/>
              <a:t> </a:t>
            </a:r>
            <a:r>
              <a:rPr lang="en-US" dirty="0" err="1"/>
              <a:t>regionales</a:t>
            </a:r>
            <a:r>
              <a:rPr lang="en-US" dirty="0"/>
              <a:t> </a:t>
            </a:r>
            <a:r>
              <a:rPr lang="en-US" dirty="0" err="1"/>
              <a:t>Netzwerk</a:t>
            </a:r>
            <a:r>
              <a:rPr lang="en-US" dirty="0"/>
              <a:t> </a:t>
            </a:r>
            <a:r>
              <a:rPr lang="en-US" dirty="0" err="1"/>
              <a:t>statt</a:t>
            </a:r>
            <a:r>
              <a:rPr lang="en-US" dirty="0"/>
              <a:t> </a:t>
            </a:r>
            <a:r>
              <a:rPr lang="en-US" dirty="0" err="1"/>
              <a:t>anonymer</a:t>
            </a:r>
            <a:r>
              <a:rPr lang="en-US" dirty="0"/>
              <a:t> </a:t>
            </a:r>
            <a:r>
              <a:rPr lang="en-US" dirty="0" err="1"/>
              <a:t>Lieferkette</a:t>
            </a:r>
            <a:endParaRPr lang="en-US" dirty="0"/>
          </a:p>
          <a:p>
            <a:r>
              <a:rPr lang="en-US" dirty="0"/>
              <a:t>Und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dein</a:t>
            </a:r>
            <a:r>
              <a:rPr lang="en-US" dirty="0"/>
              <a:t> </a:t>
            </a:r>
            <a:r>
              <a:rPr lang="en-US" dirty="0" err="1"/>
              <a:t>letzter</a:t>
            </a:r>
            <a:r>
              <a:rPr lang="en-US" dirty="0"/>
              <a:t> Gedanke:</a:t>
            </a:r>
          </a:p>
          <a:p>
            <a:r>
              <a:rPr lang="en-US" b="1" dirty="0"/>
              <a:t>„</a:t>
            </a:r>
            <a:r>
              <a:rPr lang="en-US" b="1" dirty="0" err="1"/>
              <a:t>LocalBite</a:t>
            </a:r>
            <a:r>
              <a:rPr lang="en-US" b="1" dirty="0"/>
              <a:t> </a:t>
            </a:r>
            <a:r>
              <a:rPr lang="en-US" b="1" dirty="0" err="1"/>
              <a:t>bringt</a:t>
            </a:r>
            <a:r>
              <a:rPr lang="en-US" b="1" dirty="0"/>
              <a:t> nicht </a:t>
            </a:r>
            <a:r>
              <a:rPr lang="en-US" b="1" dirty="0" err="1"/>
              <a:t>einfach</a:t>
            </a:r>
            <a:r>
              <a:rPr lang="en-US" b="1" dirty="0"/>
              <a:t> </a:t>
            </a:r>
            <a:r>
              <a:rPr lang="en-US" b="1" dirty="0" err="1"/>
              <a:t>Lebensmittel</a:t>
            </a:r>
            <a:r>
              <a:rPr lang="en-US" b="1" dirty="0"/>
              <a:t> von A </a:t>
            </a:r>
            <a:r>
              <a:rPr lang="en-US" b="1" dirty="0" err="1"/>
              <a:t>nach</a:t>
            </a:r>
            <a:r>
              <a:rPr lang="en-US" b="1" dirty="0"/>
              <a:t> B, </a:t>
            </a:r>
            <a:r>
              <a:rPr lang="en-US" b="1" dirty="0" err="1"/>
              <a:t>sondern</a:t>
            </a:r>
            <a:r>
              <a:rPr lang="en-US" b="1" dirty="0"/>
              <a:t> </a:t>
            </a:r>
            <a:r>
              <a:rPr lang="en-US" b="1" dirty="0" err="1"/>
              <a:t>verbindet</a:t>
            </a:r>
            <a:r>
              <a:rPr lang="en-US" b="1" dirty="0"/>
              <a:t> Kunden, </a:t>
            </a:r>
            <a:r>
              <a:rPr lang="en-US" b="1" dirty="0" err="1"/>
              <a:t>Landwirte</a:t>
            </a:r>
            <a:r>
              <a:rPr lang="en-US" b="1" dirty="0"/>
              <a:t> und </a:t>
            </a:r>
            <a:r>
              <a:rPr lang="en-US" b="1" dirty="0" err="1"/>
              <a:t>regionale</a:t>
            </a:r>
            <a:r>
              <a:rPr lang="en-US" b="1" dirty="0"/>
              <a:t> </a:t>
            </a:r>
            <a:r>
              <a:rPr lang="en-US" b="1" dirty="0" err="1"/>
              <a:t>Versorgung</a:t>
            </a:r>
            <a:r>
              <a:rPr lang="en-US" b="1" dirty="0"/>
              <a:t> </a:t>
            </a:r>
            <a:r>
              <a:rPr lang="en-US" b="1" dirty="0" err="1"/>
              <a:t>zu</a:t>
            </a:r>
            <a:r>
              <a:rPr lang="en-US" b="1" dirty="0"/>
              <a:t> </a:t>
            </a:r>
            <a:r>
              <a:rPr lang="en-US" b="1" dirty="0" err="1"/>
              <a:t>einem</a:t>
            </a:r>
            <a:r>
              <a:rPr lang="en-US" b="1" dirty="0"/>
              <a:t> </a:t>
            </a:r>
            <a:r>
              <a:rPr lang="en-US" b="1" dirty="0" err="1"/>
              <a:t>gemeinsamen</a:t>
            </a:r>
            <a:r>
              <a:rPr lang="en-US" b="1" dirty="0"/>
              <a:t> </a:t>
            </a:r>
            <a:r>
              <a:rPr lang="en-US" b="1" dirty="0" err="1"/>
              <a:t>Netzwerk</a:t>
            </a:r>
            <a:r>
              <a:rPr lang="en-US" b="1" dirty="0"/>
              <a:t>.“</a:t>
            </a:r>
            <a:endParaRPr lang="en-US" dirty="0"/>
          </a:p>
          <a:p>
            <a:r>
              <a:rPr lang="en-US" dirty="0"/>
              <a:t>Das </a:t>
            </a:r>
            <a:r>
              <a:rPr lang="en-US" dirty="0" err="1"/>
              <a:t>würde</a:t>
            </a:r>
            <a:r>
              <a:rPr lang="en-US" dirty="0"/>
              <a:t> ich </a:t>
            </a:r>
            <a:r>
              <a:rPr lang="en-US" dirty="0" err="1"/>
              <a:t>deutlich</a:t>
            </a:r>
            <a:r>
              <a:rPr lang="en-US" dirty="0"/>
              <a:t> </a:t>
            </a:r>
            <a:r>
              <a:rPr lang="en-US" dirty="0" err="1"/>
              <a:t>stärker</a:t>
            </a:r>
            <a:r>
              <a:rPr lang="en-US" dirty="0"/>
              <a:t> </a:t>
            </a:r>
            <a:r>
              <a:rPr lang="en-US" dirty="0" err="1"/>
              <a:t>finden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„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verhindern</a:t>
            </a:r>
            <a:r>
              <a:rPr lang="en-US" dirty="0"/>
              <a:t> 3D-gedrucktes Essen“.</a:t>
            </a:r>
          </a:p>
        </p:txBody>
      </p:sp>
    </p:spTree>
    <p:extLst>
      <p:ext uri="{BB962C8B-B14F-4D97-AF65-F5344CB8AC3E}">
        <p14:creationId xmlns:p14="http://schemas.microsoft.com/office/powerpoint/2010/main" val="2874740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75CAD6B-53F2-B1D9-2A31-A1616D437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39FB2D-1CF2-6645-EF9A-6757F03F9311}"/>
              </a:ext>
            </a:extLst>
          </p:cNvPr>
          <p:cNvSpPr txBox="1"/>
          <p:nvPr/>
        </p:nvSpPr>
        <p:spPr>
          <a:xfrm>
            <a:off x="1775636" y="563526"/>
            <a:ext cx="976056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Ja, </a:t>
            </a:r>
            <a:r>
              <a:rPr lang="en-US" dirty="0" err="1"/>
              <a:t>Risiken</a:t>
            </a:r>
            <a:r>
              <a:rPr lang="en-US" dirty="0"/>
              <a:t> </a:t>
            </a:r>
            <a:r>
              <a:rPr lang="en-US" dirty="0" err="1"/>
              <a:t>machen</a:t>
            </a:r>
            <a:r>
              <a:rPr lang="en-US" dirty="0"/>
              <a:t> </a:t>
            </a:r>
            <a:r>
              <a:rPr lang="en-US" dirty="0" err="1"/>
              <a:t>absolut</a:t>
            </a:r>
            <a:r>
              <a:rPr lang="en-US" dirty="0"/>
              <a:t> Sinn — </a:t>
            </a:r>
            <a:r>
              <a:rPr lang="en-US" dirty="0" err="1"/>
              <a:t>gerade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Fazit</a:t>
            </a:r>
            <a:r>
              <a:rPr lang="en-US" dirty="0"/>
              <a:t> </a:t>
            </a:r>
            <a:r>
              <a:rPr lang="en-US" dirty="0" err="1"/>
              <a:t>wirkt</a:t>
            </a:r>
            <a:r>
              <a:rPr lang="en-US" dirty="0"/>
              <a:t> es </a:t>
            </a:r>
            <a:r>
              <a:rPr lang="en-US" dirty="0" err="1"/>
              <a:t>sogar</a:t>
            </a:r>
            <a:r>
              <a:rPr lang="en-US" dirty="0"/>
              <a:t> </a:t>
            </a:r>
            <a:r>
              <a:rPr lang="en-US" dirty="0" err="1"/>
              <a:t>stärker</a:t>
            </a:r>
            <a:r>
              <a:rPr lang="en-US" dirty="0"/>
              <a:t>, </a:t>
            </a:r>
            <a:r>
              <a:rPr lang="en-US" dirty="0" err="1"/>
              <a:t>wenn</a:t>
            </a:r>
            <a:r>
              <a:rPr lang="en-US" dirty="0"/>
              <a:t> </a:t>
            </a:r>
            <a:r>
              <a:rPr lang="en-US" dirty="0" err="1"/>
              <a:t>ihr</a:t>
            </a:r>
            <a:r>
              <a:rPr lang="en-US" dirty="0"/>
              <a:t> nicht so tut,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wäre</a:t>
            </a:r>
            <a:r>
              <a:rPr lang="en-US" dirty="0"/>
              <a:t> </a:t>
            </a:r>
            <a:r>
              <a:rPr lang="en-US" dirty="0" err="1"/>
              <a:t>alles</a:t>
            </a:r>
            <a:r>
              <a:rPr lang="en-US" dirty="0"/>
              <a:t> </a:t>
            </a:r>
            <a:r>
              <a:rPr lang="en-US" dirty="0" err="1"/>
              <a:t>perfekt</a:t>
            </a:r>
            <a:r>
              <a:rPr lang="en-US" dirty="0"/>
              <a:t>.</a:t>
            </a:r>
          </a:p>
          <a:p>
            <a:r>
              <a:rPr lang="en-US" dirty="0"/>
              <a:t>Ich </a:t>
            </a:r>
            <a:r>
              <a:rPr lang="en-US" dirty="0" err="1"/>
              <a:t>würde</a:t>
            </a:r>
            <a:r>
              <a:rPr lang="en-US" dirty="0"/>
              <a:t> es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weniger</a:t>
            </a:r>
            <a:r>
              <a:rPr lang="en-US" dirty="0"/>
              <a:t> </a:t>
            </a:r>
            <a:r>
              <a:rPr lang="en-US" dirty="0" err="1"/>
              <a:t>negativ</a:t>
            </a:r>
            <a:r>
              <a:rPr lang="en-US" dirty="0"/>
              <a:t> </a:t>
            </a:r>
            <a:r>
              <a:rPr lang="en-US" dirty="0" err="1"/>
              <a:t>formulieren</a:t>
            </a:r>
            <a:r>
              <a:rPr lang="en-US" dirty="0"/>
              <a:t> und </a:t>
            </a:r>
            <a:r>
              <a:rPr lang="en-US" dirty="0" err="1"/>
              <a:t>eher</a:t>
            </a:r>
            <a:r>
              <a:rPr lang="en-US" dirty="0"/>
              <a:t> </a:t>
            </a:r>
            <a:r>
              <a:rPr lang="en-US" dirty="0" err="1"/>
              <a:t>nennen</a:t>
            </a:r>
            <a:r>
              <a:rPr lang="en-US" dirty="0"/>
              <a:t>:</a:t>
            </a:r>
          </a:p>
          <a:p>
            <a:r>
              <a:rPr lang="en-US" dirty="0" err="1"/>
              <a:t>Herausforderungen</a:t>
            </a:r>
            <a:r>
              <a:rPr lang="en-US" dirty="0"/>
              <a:t> &amp; Erfolgsfaktoren</a:t>
            </a:r>
          </a:p>
          <a:p>
            <a:r>
              <a:rPr lang="en-US" dirty="0" err="1"/>
              <a:t>Genügend</a:t>
            </a:r>
            <a:r>
              <a:rPr lang="en-US" dirty="0"/>
              <a:t> </a:t>
            </a:r>
            <a:r>
              <a:rPr lang="en-US" dirty="0" err="1"/>
              <a:t>Landwirte</a:t>
            </a:r>
            <a:r>
              <a:rPr lang="en-US" dirty="0"/>
              <a:t> und Kunden </a:t>
            </a:r>
            <a:r>
              <a:rPr lang="en-US" dirty="0" err="1"/>
              <a:t>gewinnen</a:t>
            </a:r>
            <a:endParaRPr lang="en-US" dirty="0"/>
          </a:p>
          <a:p>
            <a:r>
              <a:rPr lang="en-US" dirty="0"/>
              <a:t>Logistik </a:t>
            </a:r>
            <a:r>
              <a:rPr lang="en-US" dirty="0" err="1"/>
              <a:t>effizient</a:t>
            </a:r>
            <a:r>
              <a:rPr lang="en-US" dirty="0"/>
              <a:t> und </a:t>
            </a:r>
            <a:r>
              <a:rPr lang="en-US" dirty="0" err="1"/>
              <a:t>kostengünstig</a:t>
            </a:r>
            <a:r>
              <a:rPr lang="en-US" dirty="0"/>
              <a:t> </a:t>
            </a:r>
            <a:r>
              <a:rPr lang="en-US" dirty="0" err="1"/>
              <a:t>organisieren</a:t>
            </a:r>
            <a:endParaRPr lang="en-US" dirty="0"/>
          </a:p>
          <a:p>
            <a:r>
              <a:rPr lang="en-US" dirty="0"/>
              <a:t>Schwankende Verfügbarkeiten gut </a:t>
            </a:r>
            <a:r>
              <a:rPr lang="en-US" dirty="0" err="1"/>
              <a:t>abfangen</a:t>
            </a:r>
            <a:endParaRPr lang="en-US" dirty="0"/>
          </a:p>
          <a:p>
            <a:r>
              <a:rPr lang="en-US" dirty="0" err="1"/>
              <a:t>Kühlkette</a:t>
            </a:r>
            <a:r>
              <a:rPr lang="en-US" dirty="0"/>
              <a:t> und </a:t>
            </a:r>
            <a:r>
              <a:rPr lang="en-US" dirty="0" err="1"/>
              <a:t>Qualität</a:t>
            </a:r>
            <a:r>
              <a:rPr lang="en-US" dirty="0"/>
              <a:t> </a:t>
            </a:r>
            <a:r>
              <a:rPr lang="en-US" dirty="0" err="1"/>
              <a:t>sicherstellen</a:t>
            </a:r>
            <a:endParaRPr lang="en-US" dirty="0"/>
          </a:p>
          <a:p>
            <a:r>
              <a:rPr lang="en-US" dirty="0" err="1"/>
              <a:t>Plattform</a:t>
            </a:r>
            <a:r>
              <a:rPr lang="en-US" dirty="0"/>
              <a:t> für </a:t>
            </a:r>
            <a:r>
              <a:rPr lang="en-US" dirty="0" err="1"/>
              <a:t>Landwirte</a:t>
            </a:r>
            <a:r>
              <a:rPr lang="en-US" dirty="0"/>
              <a:t> </a:t>
            </a:r>
            <a:r>
              <a:rPr lang="en-US" dirty="0" err="1"/>
              <a:t>einfach</a:t>
            </a:r>
            <a:r>
              <a:rPr lang="en-US" dirty="0"/>
              <a:t> </a:t>
            </a:r>
            <a:r>
              <a:rPr lang="en-US" dirty="0" err="1"/>
              <a:t>halten</a:t>
            </a:r>
            <a:endParaRPr lang="en-US" dirty="0"/>
          </a:p>
          <a:p>
            <a:r>
              <a:rPr lang="en-US" dirty="0"/>
              <a:t>Für 30 </a:t>
            </a:r>
            <a:r>
              <a:rPr lang="en-US" dirty="0" err="1"/>
              <a:t>Sekunden</a:t>
            </a:r>
            <a:r>
              <a:rPr lang="en-US" dirty="0"/>
              <a:t> </a:t>
            </a:r>
            <a:r>
              <a:rPr lang="en-US" dirty="0" err="1"/>
              <a:t>reichen</a:t>
            </a:r>
            <a:r>
              <a:rPr lang="en-US" dirty="0"/>
              <a:t> </a:t>
            </a:r>
            <a:r>
              <a:rPr lang="en-US" dirty="0" err="1"/>
              <a:t>eigentlich</a:t>
            </a:r>
            <a:r>
              <a:rPr lang="en-US" dirty="0"/>
              <a:t> </a:t>
            </a:r>
            <a:r>
              <a:rPr lang="en-US" dirty="0" err="1"/>
              <a:t>sogar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3:</a:t>
            </a:r>
          </a:p>
          <a:p>
            <a:r>
              <a:rPr lang="en-US" dirty="0" err="1"/>
              <a:t>genügend</a:t>
            </a:r>
            <a:r>
              <a:rPr lang="en-US" dirty="0"/>
              <a:t> </a:t>
            </a:r>
            <a:r>
              <a:rPr lang="en-US" dirty="0" err="1"/>
              <a:t>Landwirte</a:t>
            </a:r>
            <a:r>
              <a:rPr lang="en-US" dirty="0"/>
              <a:t> + Kunden</a:t>
            </a:r>
          </a:p>
          <a:p>
            <a:r>
              <a:rPr lang="en-US" dirty="0" err="1"/>
              <a:t>wirtschaftliche</a:t>
            </a:r>
            <a:r>
              <a:rPr lang="en-US" dirty="0"/>
              <a:t> Logistik</a:t>
            </a:r>
          </a:p>
          <a:p>
            <a:r>
              <a:rPr lang="en-US" dirty="0" err="1"/>
              <a:t>einfache</a:t>
            </a:r>
            <a:r>
              <a:rPr lang="en-US" dirty="0"/>
              <a:t> und </a:t>
            </a:r>
            <a:r>
              <a:rPr lang="en-US" dirty="0" err="1"/>
              <a:t>zuverlässige</a:t>
            </a:r>
            <a:r>
              <a:rPr lang="en-US" dirty="0"/>
              <a:t> </a:t>
            </a:r>
            <a:r>
              <a:rPr lang="en-US" dirty="0" err="1"/>
              <a:t>Plattform</a:t>
            </a:r>
            <a:endParaRPr lang="en-US" dirty="0"/>
          </a:p>
          <a:p>
            <a:r>
              <a:rPr lang="en-US" dirty="0"/>
              <a:t>Das </a:t>
            </a:r>
            <a:r>
              <a:rPr lang="en-US" dirty="0" err="1"/>
              <a:t>klingt</a:t>
            </a:r>
            <a:r>
              <a:rPr lang="en-US" dirty="0"/>
              <a:t> </a:t>
            </a:r>
            <a:r>
              <a:rPr lang="en-US" dirty="0" err="1"/>
              <a:t>eher</a:t>
            </a:r>
            <a:r>
              <a:rPr lang="en-US" dirty="0"/>
              <a:t> </a:t>
            </a:r>
            <a:r>
              <a:rPr lang="en-US" dirty="0" err="1"/>
              <a:t>nach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„Darauf </a:t>
            </a:r>
            <a:r>
              <a:rPr lang="en-US" dirty="0" err="1"/>
              <a:t>müssen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achten</a:t>
            </a:r>
            <a:r>
              <a:rPr lang="en-US" dirty="0"/>
              <a:t>, </a:t>
            </a:r>
            <a:r>
              <a:rPr lang="en-US" dirty="0" err="1"/>
              <a:t>damit</a:t>
            </a:r>
            <a:r>
              <a:rPr lang="en-US" dirty="0"/>
              <a:t> </a:t>
            </a:r>
            <a:r>
              <a:rPr lang="en-US" dirty="0" err="1"/>
              <a:t>LocalBite</a:t>
            </a:r>
            <a:r>
              <a:rPr lang="en-US" dirty="0"/>
              <a:t> </a:t>
            </a:r>
            <a:r>
              <a:rPr lang="en-US" dirty="0" err="1"/>
              <a:t>erfolgreich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.“</a:t>
            </a:r>
          </a:p>
          <a:p>
            <a:r>
              <a:rPr lang="en-US" dirty="0"/>
              <a:t>Also nicht „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sind</a:t>
            </a:r>
            <a:r>
              <a:rPr lang="en-US" dirty="0"/>
              <a:t> alle </a:t>
            </a:r>
            <a:r>
              <a:rPr lang="en-US" dirty="0" err="1"/>
              <a:t>Probleme</a:t>
            </a:r>
            <a:r>
              <a:rPr lang="en-US" dirty="0"/>
              <a:t>“, </a:t>
            </a:r>
            <a:r>
              <a:rPr lang="en-US" dirty="0" err="1"/>
              <a:t>sondern</a:t>
            </a:r>
            <a:r>
              <a:rPr lang="en-US" dirty="0"/>
              <a:t> </a:t>
            </a:r>
            <a:r>
              <a:rPr lang="en-US" dirty="0" err="1"/>
              <a:t>eher</a:t>
            </a:r>
            <a:r>
              <a:rPr lang="en-US" dirty="0"/>
              <a:t> „das </a:t>
            </a:r>
            <a:r>
              <a:rPr lang="en-US" dirty="0" err="1"/>
              <a:t>sind</a:t>
            </a:r>
            <a:r>
              <a:rPr lang="en-US" dirty="0"/>
              <a:t> die </a:t>
            </a:r>
            <a:r>
              <a:rPr lang="en-US" dirty="0" err="1"/>
              <a:t>Bedingungen</a:t>
            </a:r>
            <a:r>
              <a:rPr lang="en-US" dirty="0"/>
              <a:t> für </a:t>
            </a:r>
            <a:r>
              <a:rPr lang="en-US" dirty="0" err="1"/>
              <a:t>Erfolg</a:t>
            </a:r>
            <a:r>
              <a:rPr lang="en-US" dirty="0"/>
              <a:t>“.</a:t>
            </a:r>
          </a:p>
        </p:txBody>
      </p:sp>
    </p:spTree>
    <p:extLst>
      <p:ext uri="{BB962C8B-B14F-4D97-AF65-F5344CB8AC3E}">
        <p14:creationId xmlns:p14="http://schemas.microsoft.com/office/powerpoint/2010/main" val="3707884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8B981AE-9779-193D-ABD3-47B9CD064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F66EF0-5610-4E29-4B7F-C1451A4099C0}"/>
              </a:ext>
            </a:extLst>
          </p:cNvPr>
          <p:cNvSpPr txBox="1"/>
          <p:nvPr/>
        </p:nvSpPr>
        <p:spPr>
          <a:xfrm>
            <a:off x="1701209" y="723014"/>
            <a:ext cx="9930810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Genügend</a:t>
            </a:r>
            <a:r>
              <a:rPr lang="en-US" sz="1100" dirty="0"/>
              <a:t> </a:t>
            </a:r>
            <a:r>
              <a:rPr lang="en-US" sz="1100" dirty="0" err="1"/>
              <a:t>Landwirte</a:t>
            </a:r>
            <a:r>
              <a:rPr lang="en-US" sz="1100" dirty="0"/>
              <a:t> und Kunden </a:t>
            </a:r>
            <a:r>
              <a:rPr lang="en-US" sz="1100" dirty="0" err="1"/>
              <a:t>gewinnen</a:t>
            </a:r>
            <a:endParaRPr lang="en-US" sz="1100" dirty="0"/>
          </a:p>
          <a:p>
            <a:r>
              <a:rPr lang="en-US" sz="1100" dirty="0" err="1"/>
              <a:t>lokale</a:t>
            </a:r>
            <a:r>
              <a:rPr lang="en-US" sz="1100" dirty="0"/>
              <a:t> </a:t>
            </a:r>
            <a:r>
              <a:rPr lang="en-US" sz="1100" dirty="0" err="1"/>
              <a:t>Höfe</a:t>
            </a:r>
            <a:r>
              <a:rPr lang="en-US" sz="1100" dirty="0"/>
              <a:t> </a:t>
            </a:r>
            <a:r>
              <a:rPr lang="en-US" sz="1100" dirty="0" err="1"/>
              <a:t>direkt</a:t>
            </a:r>
            <a:r>
              <a:rPr lang="en-US" sz="1100" dirty="0"/>
              <a:t> </a:t>
            </a:r>
            <a:r>
              <a:rPr lang="en-US" sz="1100" dirty="0" err="1"/>
              <a:t>ansprechen</a:t>
            </a:r>
            <a:endParaRPr lang="en-US" sz="1100" dirty="0"/>
          </a:p>
          <a:p>
            <a:r>
              <a:rPr lang="en-US" sz="1100" dirty="0" err="1"/>
              <a:t>einfacher</a:t>
            </a:r>
            <a:r>
              <a:rPr lang="en-US" sz="1100" dirty="0"/>
              <a:t> </a:t>
            </a:r>
            <a:r>
              <a:rPr lang="en-US" sz="1100" dirty="0" err="1"/>
              <a:t>Einstieg</a:t>
            </a:r>
            <a:r>
              <a:rPr lang="en-US" sz="1100" dirty="0"/>
              <a:t> / </a:t>
            </a:r>
            <a:r>
              <a:rPr lang="en-US" sz="1100" dirty="0" err="1"/>
              <a:t>geringe</a:t>
            </a:r>
            <a:r>
              <a:rPr lang="en-US" sz="1100" dirty="0"/>
              <a:t> </a:t>
            </a:r>
            <a:r>
              <a:rPr lang="en-US" sz="1100" dirty="0" err="1"/>
              <a:t>Hürden</a:t>
            </a:r>
            <a:endParaRPr lang="en-US" sz="1100" dirty="0"/>
          </a:p>
          <a:p>
            <a:r>
              <a:rPr lang="en-US" sz="1100" dirty="0" err="1"/>
              <a:t>Vorteile</a:t>
            </a:r>
            <a:r>
              <a:rPr lang="en-US" sz="1100" dirty="0"/>
              <a:t> </a:t>
            </a:r>
            <a:r>
              <a:rPr lang="en-US" sz="1100" dirty="0" err="1"/>
              <a:t>klar</a:t>
            </a:r>
            <a:r>
              <a:rPr lang="en-US" sz="1100" dirty="0"/>
              <a:t> </a:t>
            </a:r>
            <a:r>
              <a:rPr lang="en-US" sz="1100" dirty="0" err="1"/>
              <a:t>zeigen</a:t>
            </a:r>
            <a:endParaRPr lang="en-US" sz="1100" dirty="0"/>
          </a:p>
          <a:p>
            <a:r>
              <a:rPr lang="en-US" sz="1100" dirty="0" err="1"/>
              <a:t>regionale</a:t>
            </a:r>
            <a:r>
              <a:rPr lang="en-US" sz="1100" dirty="0"/>
              <a:t> </a:t>
            </a:r>
            <a:r>
              <a:rPr lang="en-US" sz="1100" dirty="0" err="1"/>
              <a:t>Werbung</a:t>
            </a:r>
            <a:endParaRPr lang="en-US" sz="1100" dirty="0"/>
          </a:p>
          <a:p>
            <a:r>
              <a:rPr lang="en-US" sz="1100" dirty="0" err="1"/>
              <a:t>Weiterempfehlungen</a:t>
            </a:r>
            <a:r>
              <a:rPr lang="en-US" sz="1100" dirty="0"/>
              <a:t> / Community</a:t>
            </a:r>
          </a:p>
          <a:p>
            <a:r>
              <a:rPr lang="en-US" sz="1100" dirty="0" err="1"/>
              <a:t>erste</a:t>
            </a:r>
            <a:r>
              <a:rPr lang="en-US" sz="1100" dirty="0"/>
              <a:t> </a:t>
            </a:r>
            <a:r>
              <a:rPr lang="en-US" sz="1100" dirty="0" err="1"/>
              <a:t>Pilotregion</a:t>
            </a:r>
            <a:r>
              <a:rPr lang="en-US" sz="1100" dirty="0"/>
              <a:t> </a:t>
            </a:r>
            <a:r>
              <a:rPr lang="en-US" sz="1100" dirty="0" err="1"/>
              <a:t>klein</a:t>
            </a:r>
            <a:r>
              <a:rPr lang="en-US" sz="1100" dirty="0"/>
              <a:t> </a:t>
            </a:r>
            <a:r>
              <a:rPr lang="en-US" sz="1100" dirty="0" err="1"/>
              <a:t>starten</a:t>
            </a:r>
            <a:endParaRPr lang="en-US" sz="1100" dirty="0"/>
          </a:p>
          <a:p>
            <a:r>
              <a:rPr lang="en-US" sz="1100" dirty="0"/>
              <a:t>Logistik </a:t>
            </a:r>
            <a:r>
              <a:rPr lang="en-US" sz="1100" dirty="0" err="1"/>
              <a:t>effizient</a:t>
            </a:r>
            <a:r>
              <a:rPr lang="en-US" sz="1100" dirty="0"/>
              <a:t> und </a:t>
            </a:r>
            <a:r>
              <a:rPr lang="en-US" sz="1100" dirty="0" err="1"/>
              <a:t>kostengünstig</a:t>
            </a:r>
            <a:r>
              <a:rPr lang="en-US" sz="1100" dirty="0"/>
              <a:t> </a:t>
            </a:r>
            <a:r>
              <a:rPr lang="en-US" sz="1100" dirty="0" err="1"/>
              <a:t>organisieren</a:t>
            </a:r>
            <a:endParaRPr lang="en-US" sz="1100" dirty="0"/>
          </a:p>
          <a:p>
            <a:r>
              <a:rPr lang="en-US" sz="1100" dirty="0" err="1"/>
              <a:t>Bestellungen</a:t>
            </a:r>
            <a:r>
              <a:rPr lang="en-US" sz="1100" dirty="0"/>
              <a:t> </a:t>
            </a:r>
            <a:r>
              <a:rPr lang="en-US" sz="1100" dirty="0" err="1"/>
              <a:t>bündeln</a:t>
            </a:r>
            <a:endParaRPr lang="en-US" sz="1100" dirty="0"/>
          </a:p>
          <a:p>
            <a:r>
              <a:rPr lang="en-US" sz="1100" dirty="0" err="1"/>
              <a:t>feste</a:t>
            </a:r>
            <a:r>
              <a:rPr lang="en-US" sz="1100" dirty="0"/>
              <a:t> </a:t>
            </a:r>
            <a:r>
              <a:rPr lang="en-US" sz="1100" dirty="0" err="1"/>
              <a:t>Liefertage</a:t>
            </a:r>
            <a:endParaRPr lang="en-US" sz="1100" dirty="0"/>
          </a:p>
          <a:p>
            <a:r>
              <a:rPr lang="en-US" sz="1100" dirty="0" err="1"/>
              <a:t>Touren</a:t>
            </a:r>
            <a:r>
              <a:rPr lang="en-US" sz="1100" dirty="0"/>
              <a:t> </a:t>
            </a:r>
            <a:r>
              <a:rPr lang="en-US" sz="1100" dirty="0" err="1"/>
              <a:t>optimieren</a:t>
            </a:r>
            <a:endParaRPr lang="en-US" sz="1100" dirty="0"/>
          </a:p>
          <a:p>
            <a:r>
              <a:rPr lang="en-US" sz="1100" dirty="0" err="1"/>
              <a:t>regionale</a:t>
            </a:r>
            <a:r>
              <a:rPr lang="en-US" sz="1100" dirty="0"/>
              <a:t> Hubs </a:t>
            </a:r>
            <a:r>
              <a:rPr lang="en-US" sz="1100" dirty="0" err="1"/>
              <a:t>nutzen</a:t>
            </a:r>
            <a:endParaRPr lang="en-US" sz="1100" dirty="0"/>
          </a:p>
          <a:p>
            <a:r>
              <a:rPr lang="en-US" sz="1100" dirty="0" err="1"/>
              <a:t>Fahrzeuge</a:t>
            </a:r>
            <a:r>
              <a:rPr lang="en-US" sz="1100" dirty="0"/>
              <a:t> </a:t>
            </a:r>
            <a:r>
              <a:rPr lang="en-US" sz="1100" dirty="0" err="1"/>
              <a:t>möglichst</a:t>
            </a:r>
            <a:r>
              <a:rPr lang="en-US" sz="1100" dirty="0"/>
              <a:t> </a:t>
            </a:r>
            <a:r>
              <a:rPr lang="en-US" sz="1100" dirty="0" err="1"/>
              <a:t>auslasten</a:t>
            </a:r>
            <a:endParaRPr lang="en-US" sz="1100" dirty="0"/>
          </a:p>
          <a:p>
            <a:r>
              <a:rPr lang="en-US" sz="1100" dirty="0" err="1"/>
              <a:t>kurze</a:t>
            </a:r>
            <a:r>
              <a:rPr lang="en-US" sz="1100" dirty="0"/>
              <a:t> </a:t>
            </a:r>
            <a:r>
              <a:rPr lang="en-US" sz="1100" dirty="0" err="1"/>
              <a:t>Lieferwege</a:t>
            </a:r>
            <a:endParaRPr lang="en-US" sz="1100" dirty="0"/>
          </a:p>
          <a:p>
            <a:r>
              <a:rPr lang="en-US" sz="1100" dirty="0" err="1"/>
              <a:t>Schwankende</a:t>
            </a:r>
            <a:r>
              <a:rPr lang="en-US" sz="1100" dirty="0"/>
              <a:t> </a:t>
            </a:r>
            <a:r>
              <a:rPr lang="en-US" sz="1100" dirty="0" err="1"/>
              <a:t>Verfügbarkeiten</a:t>
            </a:r>
            <a:r>
              <a:rPr lang="en-US" sz="1100" dirty="0"/>
              <a:t> </a:t>
            </a:r>
            <a:r>
              <a:rPr lang="en-US" sz="1100" dirty="0" err="1"/>
              <a:t>abfangen</a:t>
            </a:r>
            <a:endParaRPr lang="en-US" sz="1100" dirty="0"/>
          </a:p>
          <a:p>
            <a:r>
              <a:rPr lang="en-US" sz="1100" dirty="0" err="1"/>
              <a:t>saisonale</a:t>
            </a:r>
            <a:r>
              <a:rPr lang="en-US" sz="1100" dirty="0"/>
              <a:t> </a:t>
            </a:r>
            <a:r>
              <a:rPr lang="en-US" sz="1100" dirty="0" err="1"/>
              <a:t>Produkte</a:t>
            </a:r>
            <a:r>
              <a:rPr lang="en-US" sz="1100" dirty="0"/>
              <a:t> </a:t>
            </a:r>
            <a:r>
              <a:rPr lang="en-US" sz="1100" dirty="0" err="1"/>
              <a:t>anzeigen</a:t>
            </a:r>
            <a:endParaRPr lang="en-US" sz="1100" dirty="0"/>
          </a:p>
          <a:p>
            <a:r>
              <a:rPr lang="en-US" sz="1100" dirty="0" err="1"/>
              <a:t>Alternativprodukte</a:t>
            </a:r>
            <a:r>
              <a:rPr lang="en-US" sz="1100" dirty="0"/>
              <a:t> </a:t>
            </a:r>
            <a:r>
              <a:rPr lang="en-US" sz="1100" dirty="0" err="1"/>
              <a:t>vorschlagen</a:t>
            </a:r>
            <a:endParaRPr lang="en-US" sz="1100" dirty="0"/>
          </a:p>
          <a:p>
            <a:r>
              <a:rPr lang="en-US" sz="1100" dirty="0" err="1"/>
              <a:t>Bestände</a:t>
            </a:r>
            <a:r>
              <a:rPr lang="en-US" sz="1100" dirty="0"/>
              <a:t> </a:t>
            </a:r>
            <a:r>
              <a:rPr lang="en-US" sz="1100" dirty="0" err="1"/>
              <a:t>aktuell</a:t>
            </a:r>
            <a:r>
              <a:rPr lang="en-US" sz="1100" dirty="0"/>
              <a:t> </a:t>
            </a:r>
            <a:r>
              <a:rPr lang="en-US" sz="1100" dirty="0" err="1"/>
              <a:t>halten</a:t>
            </a:r>
            <a:endParaRPr lang="en-US" sz="1100" dirty="0"/>
          </a:p>
          <a:p>
            <a:r>
              <a:rPr lang="en-US" sz="1100" dirty="0" err="1"/>
              <a:t>mehrere</a:t>
            </a:r>
            <a:r>
              <a:rPr lang="en-US" sz="1100" dirty="0"/>
              <a:t> </a:t>
            </a:r>
            <a:r>
              <a:rPr lang="en-US" sz="1100" dirty="0" err="1"/>
              <a:t>Höfe</a:t>
            </a:r>
            <a:r>
              <a:rPr lang="en-US" sz="1100" dirty="0"/>
              <a:t> pro </a:t>
            </a:r>
            <a:r>
              <a:rPr lang="en-US" sz="1100" dirty="0" err="1"/>
              <a:t>Produkt</a:t>
            </a:r>
            <a:r>
              <a:rPr lang="en-US" sz="1100" dirty="0"/>
              <a:t> </a:t>
            </a:r>
            <a:r>
              <a:rPr lang="en-US" sz="1100" dirty="0" err="1"/>
              <a:t>einbinden</a:t>
            </a:r>
            <a:endParaRPr lang="en-US" sz="1100" dirty="0"/>
          </a:p>
          <a:p>
            <a:r>
              <a:rPr lang="en-US" sz="1100" dirty="0" err="1"/>
              <a:t>Wochenbox</a:t>
            </a:r>
            <a:r>
              <a:rPr lang="en-US" sz="1100" dirty="0"/>
              <a:t> </a:t>
            </a:r>
            <a:r>
              <a:rPr lang="en-US" sz="1100" dirty="0" err="1"/>
              <a:t>flexibel</a:t>
            </a:r>
            <a:r>
              <a:rPr lang="en-US" sz="1100" dirty="0"/>
              <a:t> </a:t>
            </a:r>
            <a:r>
              <a:rPr lang="en-US" sz="1100" dirty="0" err="1"/>
              <a:t>zusammenstellen</a:t>
            </a:r>
            <a:endParaRPr lang="en-US" sz="1100" dirty="0"/>
          </a:p>
          <a:p>
            <a:r>
              <a:rPr lang="en-US" sz="1100" dirty="0" err="1"/>
              <a:t>Kühlkette</a:t>
            </a:r>
            <a:r>
              <a:rPr lang="en-US" sz="1100" dirty="0"/>
              <a:t> und </a:t>
            </a:r>
            <a:r>
              <a:rPr lang="en-US" sz="1100" dirty="0" err="1"/>
              <a:t>Qualität</a:t>
            </a:r>
            <a:r>
              <a:rPr lang="en-US" sz="1100" dirty="0"/>
              <a:t> </a:t>
            </a:r>
            <a:r>
              <a:rPr lang="en-US" sz="1100" dirty="0" err="1"/>
              <a:t>sicherstellen</a:t>
            </a:r>
            <a:endParaRPr lang="en-US" sz="1100" dirty="0"/>
          </a:p>
          <a:p>
            <a:r>
              <a:rPr lang="en-US" sz="1100" dirty="0" err="1"/>
              <a:t>gekühlte</a:t>
            </a:r>
            <a:r>
              <a:rPr lang="en-US" sz="1100" dirty="0"/>
              <a:t> </a:t>
            </a:r>
            <a:r>
              <a:rPr lang="en-US" sz="1100" dirty="0" err="1"/>
              <a:t>Fahrzeuge</a:t>
            </a:r>
            <a:r>
              <a:rPr lang="en-US" sz="1100" dirty="0"/>
              <a:t> / Boxen</a:t>
            </a:r>
          </a:p>
          <a:p>
            <a:r>
              <a:rPr lang="en-US" sz="1100" dirty="0" err="1"/>
              <a:t>klare</a:t>
            </a:r>
            <a:r>
              <a:rPr lang="en-US" sz="1100" dirty="0"/>
              <a:t> </a:t>
            </a:r>
            <a:r>
              <a:rPr lang="en-US" sz="1100" dirty="0" err="1"/>
              <a:t>Temperaturvorgaben</a:t>
            </a:r>
            <a:endParaRPr lang="en-US" sz="1100" dirty="0"/>
          </a:p>
          <a:p>
            <a:r>
              <a:rPr lang="en-US" sz="1100" dirty="0" err="1"/>
              <a:t>kurze</a:t>
            </a:r>
            <a:r>
              <a:rPr lang="en-US" sz="1100" dirty="0"/>
              <a:t> </a:t>
            </a:r>
            <a:r>
              <a:rPr lang="en-US" sz="1100" dirty="0" err="1"/>
              <a:t>Lieferzeiten</a:t>
            </a:r>
            <a:endParaRPr lang="en-US" sz="1100" dirty="0"/>
          </a:p>
          <a:p>
            <a:r>
              <a:rPr lang="en-US" sz="1100" dirty="0" err="1"/>
              <a:t>Qualitätskontrollen</a:t>
            </a:r>
            <a:endParaRPr lang="en-US" sz="1100" dirty="0"/>
          </a:p>
          <a:p>
            <a:r>
              <a:rPr lang="en-US" sz="1100" dirty="0" err="1"/>
              <a:t>Rückverfolgbarkeit</a:t>
            </a:r>
            <a:r>
              <a:rPr lang="en-US" sz="1100" dirty="0"/>
              <a:t> der Ware</a:t>
            </a:r>
          </a:p>
          <a:p>
            <a:r>
              <a:rPr lang="en-US" sz="1100" dirty="0" err="1"/>
              <a:t>Plattform</a:t>
            </a:r>
            <a:r>
              <a:rPr lang="en-US" sz="1100" dirty="0"/>
              <a:t> für </a:t>
            </a:r>
            <a:r>
              <a:rPr lang="en-US" sz="1100" dirty="0" err="1"/>
              <a:t>Landwirte</a:t>
            </a:r>
            <a:r>
              <a:rPr lang="en-US" sz="1100" dirty="0"/>
              <a:t> </a:t>
            </a:r>
            <a:r>
              <a:rPr lang="en-US" sz="1100" dirty="0" err="1"/>
              <a:t>einfach</a:t>
            </a:r>
            <a:r>
              <a:rPr lang="en-US" sz="1100" dirty="0"/>
              <a:t> </a:t>
            </a:r>
            <a:r>
              <a:rPr lang="en-US" sz="1100" dirty="0" err="1"/>
              <a:t>halten</a:t>
            </a:r>
            <a:endParaRPr lang="en-US" sz="1100" dirty="0"/>
          </a:p>
          <a:p>
            <a:r>
              <a:rPr lang="en-US" sz="1100" dirty="0" err="1"/>
              <a:t>einfache</a:t>
            </a:r>
            <a:r>
              <a:rPr lang="en-US" sz="1100" dirty="0"/>
              <a:t> </a:t>
            </a:r>
            <a:r>
              <a:rPr lang="en-US" sz="1100" dirty="0" err="1"/>
              <a:t>Bedienoberfläche</a:t>
            </a:r>
            <a:endParaRPr lang="en-US" sz="1100" dirty="0"/>
          </a:p>
          <a:p>
            <a:r>
              <a:rPr lang="en-US" sz="1100" dirty="0" err="1"/>
              <a:t>wenige</a:t>
            </a:r>
            <a:r>
              <a:rPr lang="en-US" sz="1100" dirty="0"/>
              <a:t> </a:t>
            </a:r>
            <a:r>
              <a:rPr lang="en-US" sz="1100" dirty="0" err="1"/>
              <a:t>Pflichtangaben</a:t>
            </a:r>
            <a:endParaRPr lang="en-US" sz="1100" dirty="0"/>
          </a:p>
          <a:p>
            <a:r>
              <a:rPr lang="en-US" sz="1100" dirty="0" err="1"/>
              <a:t>Bestände</a:t>
            </a:r>
            <a:r>
              <a:rPr lang="en-US" sz="1100" dirty="0"/>
              <a:t> schnell </a:t>
            </a:r>
            <a:r>
              <a:rPr lang="en-US" sz="1100" dirty="0" err="1"/>
              <a:t>aktualisieren</a:t>
            </a:r>
            <a:endParaRPr lang="en-US" sz="1100" dirty="0"/>
          </a:p>
          <a:p>
            <a:r>
              <a:rPr lang="en-US" sz="1100" dirty="0" err="1"/>
              <a:t>möglichst</a:t>
            </a:r>
            <a:r>
              <a:rPr lang="en-US" sz="1100" dirty="0"/>
              <a:t> </a:t>
            </a:r>
            <a:r>
              <a:rPr lang="en-US" sz="1100" dirty="0" err="1"/>
              <a:t>viel</a:t>
            </a:r>
            <a:r>
              <a:rPr lang="en-US" sz="1100" dirty="0"/>
              <a:t> </a:t>
            </a:r>
            <a:r>
              <a:rPr lang="en-US" sz="1100" dirty="0" err="1"/>
              <a:t>automatisieren</a:t>
            </a:r>
            <a:endParaRPr lang="en-US" sz="1100" dirty="0"/>
          </a:p>
          <a:p>
            <a:r>
              <a:rPr lang="en-US" sz="1100" dirty="0"/>
              <a:t>Support / </a:t>
            </a:r>
            <a:r>
              <a:rPr lang="en-US" sz="1100" dirty="0" err="1"/>
              <a:t>Hilfe</a:t>
            </a:r>
            <a:r>
              <a:rPr lang="en-US" sz="1100" dirty="0"/>
              <a:t> </a:t>
            </a:r>
            <a:r>
              <a:rPr lang="en-US" sz="1100" dirty="0" err="1"/>
              <a:t>anbieten</a:t>
            </a:r>
            <a:endParaRPr lang="en-US" sz="1100" dirty="0"/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72441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924DF34-685A-40FB-007D-7B7C0790B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D48F00-7455-8B02-E7FF-8AF2EA52E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446028"/>
              </p:ext>
            </p:extLst>
          </p:nvPr>
        </p:nvGraphicFramePr>
        <p:xfrm>
          <a:off x="0" y="154204"/>
          <a:ext cx="6854847" cy="4440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4949">
                  <a:extLst>
                    <a:ext uri="{9D8B030D-6E8A-4147-A177-3AD203B41FA5}">
                      <a16:colId xmlns:a16="http://schemas.microsoft.com/office/drawing/2014/main" val="4185570772"/>
                    </a:ext>
                  </a:extLst>
                </a:gridCol>
                <a:gridCol w="2284949">
                  <a:extLst>
                    <a:ext uri="{9D8B030D-6E8A-4147-A177-3AD203B41FA5}">
                      <a16:colId xmlns:a16="http://schemas.microsoft.com/office/drawing/2014/main" val="4075343056"/>
                    </a:ext>
                  </a:extLst>
                </a:gridCol>
                <a:gridCol w="2284949">
                  <a:extLst>
                    <a:ext uri="{9D8B030D-6E8A-4147-A177-3AD203B41FA5}">
                      <a16:colId xmlns:a16="http://schemas.microsoft.com/office/drawing/2014/main" val="1313655495"/>
                    </a:ext>
                  </a:extLst>
                </a:gridCol>
              </a:tblGrid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Zeit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Thema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Kernpunkte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270479545"/>
                  </a:ext>
                </a:extLst>
              </a:tr>
              <a:tr h="596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0:00–0:40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Tierpartnerschaft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Kunde ↔ Tier/Hof, Updates, Vorteile, Kundenbindung, zusätzliche Einnahmen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122490764"/>
                  </a:ext>
                </a:extLst>
              </a:tr>
              <a:tr h="596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0:40–1:20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Wie kommt die Ware zum Kunden?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Bestellung → Landwirt → Bündelung → Tour → Kunde → ggf. Pfand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3818979995"/>
                  </a:ext>
                </a:extLst>
              </a:tr>
              <a:tr h="953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1:20–2:05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Skalierung &amp; Versorgungssicherheit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mehrere Dörfer → Städte → regionale Netzwerke; Höfe können sich gegenseitig ergänzen; Ausfälle besser abfangen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715947651"/>
                  </a:ext>
                </a:extLst>
              </a:tr>
              <a:tr h="77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2:05–2:50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Innovation + Herausforderungen lösen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intelligente Bündelung, Tourenoptimierung, Verfügbarkeiten zwischen Regionen, Überschüsse nutzen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3093212661"/>
                  </a:ext>
                </a:extLst>
              </a:tr>
              <a:tr h="77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2:50–3:25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Mehrwert für Landwirte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zusätzlicher Absatzkanal, Direktvermarktung, Sichtbarkeit, planbarere Nachfrage, Ware alternativ vermarkten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1986459060"/>
                  </a:ext>
                </a:extLst>
              </a:tr>
              <a:tr h="41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3:25–4:00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Erfolgsaussichten + Wer profitiert? + Abschluss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Kunde, Landwirt, </a:t>
                      </a:r>
                      <a:r>
                        <a:rPr lang="en-US" sz="1200" dirty="0" err="1"/>
                        <a:t>LocalBite</a:t>
                      </a:r>
                      <a:r>
                        <a:rPr lang="en-US" sz="1200" dirty="0"/>
                        <a:t>, Region → Erfolgsfaktoren → Vision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34979088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81BB64A-7CA9-634C-0AB7-719ACA3503BD}"/>
              </a:ext>
            </a:extLst>
          </p:cNvPr>
          <p:cNvSpPr txBox="1"/>
          <p:nvPr/>
        </p:nvSpPr>
        <p:spPr>
          <a:xfrm>
            <a:off x="5345519" y="720273"/>
            <a:ext cx="6097772" cy="524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500" dirty="0"/>
              <a:t>Ja — </a:t>
            </a:r>
            <a:r>
              <a:rPr lang="en-US" sz="500" b="1" dirty="0" err="1"/>
              <a:t>genau</a:t>
            </a:r>
            <a:r>
              <a:rPr lang="en-US" sz="500" b="1" dirty="0"/>
              <a:t> so </a:t>
            </a:r>
            <a:r>
              <a:rPr lang="en-US" sz="500" b="1" dirty="0" err="1"/>
              <a:t>würde</a:t>
            </a:r>
            <a:r>
              <a:rPr lang="en-US" sz="500" b="1" dirty="0"/>
              <a:t> ich </a:t>
            </a:r>
            <a:r>
              <a:rPr lang="en-US" sz="500" b="1" dirty="0" err="1"/>
              <a:t>deinen</a:t>
            </a:r>
            <a:r>
              <a:rPr lang="en-US" sz="500" b="1" dirty="0"/>
              <a:t> Part </a:t>
            </a:r>
            <a:r>
              <a:rPr lang="en-US" sz="500" b="1" dirty="0" err="1"/>
              <a:t>jetzt</a:t>
            </a:r>
            <a:r>
              <a:rPr lang="en-US" sz="500" b="1" dirty="0"/>
              <a:t> </a:t>
            </a:r>
            <a:r>
              <a:rPr lang="en-US" sz="500" b="1" dirty="0" err="1"/>
              <a:t>aufbauen</a:t>
            </a:r>
            <a:r>
              <a:rPr lang="en-US" sz="500" dirty="0"/>
              <a:t>. Das </a:t>
            </a:r>
            <a:r>
              <a:rPr lang="en-US" sz="500" dirty="0" err="1"/>
              <a:t>ist</a:t>
            </a:r>
            <a:r>
              <a:rPr lang="en-US" sz="500" dirty="0"/>
              <a:t> </a:t>
            </a:r>
            <a:r>
              <a:rPr lang="en-US" sz="500" dirty="0" err="1"/>
              <a:t>viel</a:t>
            </a:r>
            <a:r>
              <a:rPr lang="en-US" sz="500" dirty="0"/>
              <a:t> </a:t>
            </a:r>
            <a:r>
              <a:rPr lang="en-US" sz="500" dirty="0" err="1"/>
              <a:t>stärker</a:t>
            </a:r>
            <a:r>
              <a:rPr lang="en-US" sz="500" dirty="0"/>
              <a:t> </a:t>
            </a:r>
            <a:r>
              <a:rPr lang="en-US" sz="500" dirty="0" err="1"/>
              <a:t>als</a:t>
            </a:r>
            <a:r>
              <a:rPr lang="en-US" sz="500" dirty="0"/>
              <a:t> „</a:t>
            </a:r>
            <a:r>
              <a:rPr lang="en-US" sz="500" dirty="0" err="1"/>
              <a:t>Tierpartnerschaft</a:t>
            </a:r>
            <a:r>
              <a:rPr lang="en-US" sz="500" dirty="0"/>
              <a:t> → </a:t>
            </a:r>
            <a:r>
              <a:rPr lang="en-US" sz="500" dirty="0" err="1"/>
              <a:t>Risiken</a:t>
            </a:r>
            <a:r>
              <a:rPr lang="en-US" sz="500" dirty="0"/>
              <a:t> → Fazit“, </a:t>
            </a:r>
            <a:r>
              <a:rPr lang="en-US" sz="500" dirty="0" err="1"/>
              <a:t>weil</a:t>
            </a:r>
            <a:r>
              <a:rPr lang="en-US" sz="500" dirty="0"/>
              <a:t> du </a:t>
            </a:r>
            <a:r>
              <a:rPr lang="en-US" sz="500" dirty="0" err="1"/>
              <a:t>eine</a:t>
            </a:r>
            <a:r>
              <a:rPr lang="en-US" sz="500" dirty="0"/>
              <a:t> </a:t>
            </a:r>
            <a:r>
              <a:rPr lang="en-US" sz="500" dirty="0" err="1"/>
              <a:t>echte</a:t>
            </a:r>
            <a:r>
              <a:rPr lang="en-US" sz="500" dirty="0"/>
              <a:t> </a:t>
            </a:r>
            <a:r>
              <a:rPr lang="en-US" sz="500" dirty="0" err="1"/>
              <a:t>Entwicklung</a:t>
            </a:r>
            <a:r>
              <a:rPr lang="en-US" sz="500" dirty="0"/>
              <a:t> </a:t>
            </a:r>
            <a:r>
              <a:rPr lang="en-US" sz="500" dirty="0" err="1"/>
              <a:t>erzählst</a:t>
            </a:r>
            <a:r>
              <a:rPr lang="en-US" sz="500" dirty="0"/>
              <a:t>.</a:t>
            </a:r>
          </a:p>
          <a:p>
            <a:pPr>
              <a:buNone/>
            </a:pPr>
            <a:r>
              <a:rPr lang="en-US" sz="500" b="1" dirty="0"/>
              <a:t>Dein 4-Minuten-Workflow</a:t>
            </a:r>
          </a:p>
          <a:p>
            <a:pPr>
              <a:buNone/>
            </a:pPr>
            <a:r>
              <a:rPr lang="en-US" sz="500" dirty="0"/>
              <a:t>Das </a:t>
            </a:r>
            <a:r>
              <a:rPr lang="en-US" sz="500" dirty="0" err="1"/>
              <a:t>passt</a:t>
            </a:r>
            <a:r>
              <a:rPr lang="en-US" sz="500" dirty="0"/>
              <a:t> </a:t>
            </a:r>
            <a:r>
              <a:rPr lang="en-US" sz="500" dirty="0" err="1"/>
              <a:t>auch</a:t>
            </a:r>
            <a:r>
              <a:rPr lang="en-US" sz="500" dirty="0"/>
              <a:t> gut </a:t>
            </a:r>
            <a:r>
              <a:rPr lang="en-US" sz="500" dirty="0" err="1"/>
              <a:t>zu</a:t>
            </a:r>
            <a:r>
              <a:rPr lang="en-US" sz="500" dirty="0"/>
              <a:t> </a:t>
            </a:r>
            <a:r>
              <a:rPr lang="en-US" sz="500" dirty="0" err="1"/>
              <a:t>eurem</a:t>
            </a:r>
            <a:r>
              <a:rPr lang="en-US" sz="500" dirty="0"/>
              <a:t> </a:t>
            </a:r>
            <a:r>
              <a:rPr lang="en-US" sz="500" dirty="0" err="1"/>
              <a:t>bisherigen</a:t>
            </a:r>
            <a:r>
              <a:rPr lang="en-US" sz="500" dirty="0"/>
              <a:t> </a:t>
            </a:r>
            <a:r>
              <a:rPr lang="en-US" sz="500" dirty="0" err="1"/>
              <a:t>Konzept</a:t>
            </a:r>
            <a:r>
              <a:rPr lang="en-US" sz="500" dirty="0"/>
              <a:t>, </a:t>
            </a:r>
            <a:r>
              <a:rPr lang="en-US" sz="500" dirty="0" err="1"/>
              <a:t>weil</a:t>
            </a:r>
            <a:r>
              <a:rPr lang="en-US" sz="500" dirty="0"/>
              <a:t> die </a:t>
            </a:r>
            <a:r>
              <a:rPr lang="en-US" sz="500" dirty="0" err="1"/>
              <a:t>Tierpartnerschaft</a:t>
            </a:r>
            <a:r>
              <a:rPr lang="en-US" sz="500" dirty="0"/>
              <a:t> </a:t>
            </a:r>
            <a:r>
              <a:rPr lang="en-US" sz="500" dirty="0" err="1"/>
              <a:t>bereits</a:t>
            </a:r>
            <a:r>
              <a:rPr lang="en-US" sz="500" dirty="0"/>
              <a:t> Teil der Landwirt-/Kunden-Journey </a:t>
            </a:r>
            <a:r>
              <a:rPr lang="en-US" sz="500" dirty="0" err="1"/>
              <a:t>ist</a:t>
            </a:r>
            <a:r>
              <a:rPr lang="en-US" sz="500" dirty="0"/>
              <a:t> und </a:t>
            </a:r>
            <a:r>
              <a:rPr lang="en-US" sz="500" dirty="0" err="1"/>
              <a:t>dein</a:t>
            </a:r>
            <a:r>
              <a:rPr lang="en-US" sz="500" dirty="0"/>
              <a:t> Part </a:t>
            </a:r>
            <a:r>
              <a:rPr lang="en-US" sz="500" dirty="0" err="1"/>
              <a:t>ohnehin</a:t>
            </a:r>
            <a:r>
              <a:rPr lang="en-US" sz="500" dirty="0"/>
              <a:t> den </a:t>
            </a:r>
            <a:r>
              <a:rPr lang="en-US" sz="500" dirty="0" err="1"/>
              <a:t>Abschluss</a:t>
            </a:r>
            <a:r>
              <a:rPr lang="en-US" sz="500" dirty="0"/>
              <a:t> und die </a:t>
            </a:r>
            <a:r>
              <a:rPr lang="en-US" sz="500" dirty="0" err="1"/>
              <a:t>Skalierbarkeit</a:t>
            </a:r>
            <a:r>
              <a:rPr lang="en-US" sz="500" dirty="0"/>
              <a:t> </a:t>
            </a:r>
            <a:r>
              <a:rPr lang="en-US" sz="500" dirty="0" err="1"/>
              <a:t>übernehmen</a:t>
            </a:r>
            <a:r>
              <a:rPr lang="en-US" sz="500" dirty="0"/>
              <a:t> </a:t>
            </a:r>
            <a:r>
              <a:rPr lang="en-US" sz="500" dirty="0" err="1"/>
              <a:t>soll</a:t>
            </a:r>
            <a:r>
              <a:rPr lang="en-US" sz="500" dirty="0"/>
              <a:t>. 1 </a:t>
            </a:r>
            <a:r>
              <a:rPr lang="en-US" sz="500" dirty="0" err="1"/>
              <a:t>Vorstellung</a:t>
            </a:r>
            <a:r>
              <a:rPr lang="en-US" sz="500" dirty="0"/>
              <a:t> </a:t>
            </a:r>
            <a:r>
              <a:rPr lang="en-US" sz="500" dirty="0" err="1"/>
              <a:t>Konzept</a:t>
            </a:r>
            <a:r>
              <a:rPr lang="en-US" sz="500" dirty="0"/>
              <a:t>, Problems… 1 </a:t>
            </a:r>
            <a:r>
              <a:rPr lang="en-US" sz="500" dirty="0" err="1"/>
              <a:t>Vorstellung</a:t>
            </a:r>
            <a:r>
              <a:rPr lang="en-US" sz="500" dirty="0"/>
              <a:t> </a:t>
            </a:r>
            <a:r>
              <a:rPr lang="en-US" sz="500" dirty="0" err="1"/>
              <a:t>Konzept</a:t>
            </a:r>
            <a:r>
              <a:rPr lang="en-US" sz="500" dirty="0"/>
              <a:t>, Problems…</a:t>
            </a:r>
          </a:p>
          <a:p>
            <a:pPr>
              <a:buNone/>
            </a:pPr>
            <a:r>
              <a:rPr lang="en-US" sz="500" b="1" dirty="0"/>
              <a:t>Bei „Innovation“ </a:t>
            </a:r>
            <a:r>
              <a:rPr lang="en-US" sz="500" b="1" dirty="0" err="1"/>
              <a:t>würde</a:t>
            </a:r>
            <a:r>
              <a:rPr lang="en-US" sz="500" b="1" dirty="0"/>
              <a:t> ich </a:t>
            </a:r>
            <a:r>
              <a:rPr lang="en-US" sz="500" b="1" dirty="0" err="1"/>
              <a:t>diese</a:t>
            </a:r>
            <a:r>
              <a:rPr lang="en-US" sz="500" b="1" dirty="0"/>
              <a:t> Sachen </a:t>
            </a:r>
            <a:r>
              <a:rPr lang="en-US" sz="500" b="1" dirty="0" err="1"/>
              <a:t>nehmen</a:t>
            </a:r>
            <a:endParaRPr lang="en-US" sz="5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500" b="1" dirty="0" err="1"/>
              <a:t>regionale</a:t>
            </a:r>
            <a:r>
              <a:rPr lang="en-US" sz="500" b="1" dirty="0"/>
              <a:t> </a:t>
            </a:r>
            <a:r>
              <a:rPr lang="en-US" sz="500" b="1" dirty="0" err="1"/>
              <a:t>Warenströme</a:t>
            </a:r>
            <a:r>
              <a:rPr lang="en-US" sz="500" b="1" dirty="0"/>
              <a:t> intelligent </a:t>
            </a:r>
            <a:r>
              <a:rPr lang="en-US" sz="500" b="1" dirty="0" err="1"/>
              <a:t>verbinden</a:t>
            </a:r>
            <a:endParaRPr lang="en-US" sz="5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500" dirty="0"/>
              <a:t>Hof A hat </a:t>
            </a:r>
            <a:r>
              <a:rPr lang="en-US" sz="500" dirty="0" err="1"/>
              <a:t>Karottenüberschuss</a:t>
            </a:r>
            <a:r>
              <a:rPr lang="en-US" sz="500" dirty="0"/>
              <a:t> → Region B hat </a:t>
            </a:r>
            <a:r>
              <a:rPr lang="en-US" sz="500" dirty="0" err="1"/>
              <a:t>Nachfrage</a:t>
            </a:r>
            <a:endParaRPr lang="en-US" sz="5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500" dirty="0" err="1"/>
              <a:t>mehrere</a:t>
            </a:r>
            <a:r>
              <a:rPr lang="en-US" sz="500" dirty="0"/>
              <a:t> </a:t>
            </a:r>
            <a:r>
              <a:rPr lang="en-US" sz="500" dirty="0" err="1"/>
              <a:t>Höfe</a:t>
            </a:r>
            <a:r>
              <a:rPr lang="en-US" sz="500" dirty="0"/>
              <a:t> </a:t>
            </a:r>
            <a:r>
              <a:rPr lang="en-US" sz="500" dirty="0" err="1"/>
              <a:t>gleichen</a:t>
            </a:r>
            <a:r>
              <a:rPr lang="en-US" sz="500" dirty="0"/>
              <a:t> </a:t>
            </a:r>
            <a:r>
              <a:rPr lang="en-US" sz="500" b="1" dirty="0" err="1"/>
              <a:t>Ausfälle</a:t>
            </a:r>
            <a:r>
              <a:rPr lang="en-US" sz="500" b="1" dirty="0"/>
              <a:t> / </a:t>
            </a:r>
            <a:r>
              <a:rPr lang="en-US" sz="500" b="1" dirty="0" err="1"/>
              <a:t>Mengenprobleme</a:t>
            </a:r>
            <a:r>
              <a:rPr lang="en-US" sz="500" dirty="0"/>
              <a:t> </a:t>
            </a:r>
            <a:r>
              <a:rPr lang="en-US" sz="500" dirty="0" err="1"/>
              <a:t>aus</a:t>
            </a:r>
            <a:endParaRPr lang="en-US" sz="5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500" dirty="0" err="1"/>
              <a:t>Bestellungen</a:t>
            </a:r>
            <a:r>
              <a:rPr lang="en-US" sz="500" dirty="0"/>
              <a:t> </a:t>
            </a:r>
            <a:r>
              <a:rPr lang="en-US" sz="500" dirty="0" err="1"/>
              <a:t>automatisch</a:t>
            </a:r>
            <a:r>
              <a:rPr lang="en-US" sz="500" dirty="0"/>
              <a:t> </a:t>
            </a:r>
            <a:r>
              <a:rPr lang="en-US" sz="500" b="1" dirty="0" err="1"/>
              <a:t>bündeln</a:t>
            </a:r>
            <a:endParaRPr lang="en-US" sz="5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500" dirty="0" err="1"/>
              <a:t>Lieferwege</a:t>
            </a:r>
            <a:r>
              <a:rPr lang="en-US" sz="500" dirty="0"/>
              <a:t> / </a:t>
            </a:r>
            <a:r>
              <a:rPr lang="en-US" sz="500" dirty="0" err="1"/>
              <a:t>Touren</a:t>
            </a:r>
            <a:r>
              <a:rPr lang="en-US" sz="500" dirty="0"/>
              <a:t> </a:t>
            </a:r>
            <a:r>
              <a:rPr lang="en-US" sz="500" dirty="0" err="1"/>
              <a:t>optimieren</a:t>
            </a:r>
            <a:endParaRPr lang="en-US" sz="5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500" dirty="0" err="1"/>
              <a:t>saisonale</a:t>
            </a:r>
            <a:r>
              <a:rPr lang="en-US" sz="500" dirty="0"/>
              <a:t> </a:t>
            </a:r>
            <a:r>
              <a:rPr lang="en-US" sz="500" dirty="0" err="1"/>
              <a:t>Alternativen</a:t>
            </a:r>
            <a:r>
              <a:rPr lang="en-US" sz="500" dirty="0"/>
              <a:t> </a:t>
            </a:r>
            <a:r>
              <a:rPr lang="en-US" sz="500" dirty="0" err="1"/>
              <a:t>automatisch</a:t>
            </a:r>
            <a:r>
              <a:rPr lang="en-US" sz="500" dirty="0"/>
              <a:t> </a:t>
            </a:r>
            <a:r>
              <a:rPr lang="en-US" sz="500" dirty="0" err="1"/>
              <a:t>anbieten</a:t>
            </a:r>
            <a:endParaRPr lang="en-US" sz="5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500" dirty="0" err="1"/>
              <a:t>Überschüsse</a:t>
            </a:r>
            <a:r>
              <a:rPr lang="en-US" sz="500" dirty="0"/>
              <a:t> </a:t>
            </a:r>
            <a:r>
              <a:rPr lang="en-US" sz="500" dirty="0" err="1"/>
              <a:t>als</a:t>
            </a:r>
            <a:r>
              <a:rPr lang="en-US" sz="500" dirty="0"/>
              <a:t> </a:t>
            </a:r>
            <a:r>
              <a:rPr lang="en-US" sz="500" b="1" dirty="0" err="1"/>
              <a:t>Retterbox</a:t>
            </a:r>
            <a:r>
              <a:rPr lang="en-US" sz="500" b="1" dirty="0"/>
              <a:t> / </a:t>
            </a:r>
            <a:r>
              <a:rPr lang="en-US" sz="500" b="1" dirty="0" err="1"/>
              <a:t>Sonderangebot</a:t>
            </a:r>
            <a:endParaRPr lang="en-US" sz="5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500" dirty="0" err="1"/>
              <a:t>Tierpartnerschaft</a:t>
            </a:r>
            <a:r>
              <a:rPr lang="en-US" sz="500" dirty="0"/>
              <a:t> </a:t>
            </a:r>
            <a:r>
              <a:rPr lang="en-US" sz="500" dirty="0" err="1"/>
              <a:t>als</a:t>
            </a:r>
            <a:r>
              <a:rPr lang="en-US" sz="500" dirty="0"/>
              <a:t> </a:t>
            </a:r>
            <a:r>
              <a:rPr lang="en-US" sz="500" dirty="0" err="1"/>
              <a:t>Kombination</a:t>
            </a:r>
            <a:r>
              <a:rPr lang="en-US" sz="500" dirty="0"/>
              <a:t> </a:t>
            </a:r>
            <a:r>
              <a:rPr lang="en-US" sz="500" dirty="0" err="1"/>
              <a:t>aus</a:t>
            </a:r>
            <a:r>
              <a:rPr lang="en-US" sz="500" dirty="0"/>
              <a:t> </a:t>
            </a:r>
            <a:r>
              <a:rPr lang="en-US" sz="500" b="1" dirty="0"/>
              <a:t>E-Commerce + Community</a:t>
            </a:r>
            <a:endParaRPr lang="en-US" sz="5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500" dirty="0" err="1"/>
              <a:t>später</a:t>
            </a:r>
            <a:r>
              <a:rPr lang="en-US" sz="500" dirty="0"/>
              <a:t> </a:t>
            </a:r>
            <a:r>
              <a:rPr lang="en-US" sz="500" dirty="0" err="1"/>
              <a:t>eventuell</a:t>
            </a:r>
            <a:r>
              <a:rPr lang="en-US" sz="500" dirty="0"/>
              <a:t> </a:t>
            </a:r>
            <a:r>
              <a:rPr lang="en-US" sz="500" dirty="0" err="1"/>
              <a:t>Nachfrage</a:t>
            </a:r>
            <a:r>
              <a:rPr lang="en-US" sz="500" dirty="0"/>
              <a:t> </a:t>
            </a:r>
            <a:r>
              <a:rPr lang="en-US" sz="500" dirty="0" err="1"/>
              <a:t>prognostizieren</a:t>
            </a:r>
            <a:endParaRPr lang="en-US" sz="500" dirty="0"/>
          </a:p>
          <a:p>
            <a:pPr>
              <a:buNone/>
            </a:pPr>
            <a:r>
              <a:rPr lang="en-US" sz="500" dirty="0"/>
              <a:t>Das </a:t>
            </a:r>
            <a:r>
              <a:rPr lang="en-US" sz="500" dirty="0" err="1"/>
              <a:t>ist</a:t>
            </a:r>
            <a:r>
              <a:rPr lang="en-US" sz="500" dirty="0"/>
              <a:t> </a:t>
            </a:r>
            <a:r>
              <a:rPr lang="en-US" sz="500" dirty="0" err="1"/>
              <a:t>viel</a:t>
            </a:r>
            <a:r>
              <a:rPr lang="en-US" sz="500" dirty="0"/>
              <a:t> </a:t>
            </a:r>
            <a:r>
              <a:rPr lang="en-US" sz="500" dirty="0" err="1"/>
              <a:t>greifbarer</a:t>
            </a:r>
            <a:r>
              <a:rPr lang="en-US" sz="500" dirty="0"/>
              <a:t> </a:t>
            </a:r>
            <a:r>
              <a:rPr lang="en-US" sz="500" dirty="0" err="1"/>
              <a:t>als</a:t>
            </a:r>
            <a:r>
              <a:rPr lang="en-US" sz="500" dirty="0"/>
              <a:t> </a:t>
            </a:r>
            <a:r>
              <a:rPr lang="en-US" sz="500" dirty="0" err="1"/>
              <a:t>einfach</a:t>
            </a:r>
            <a:r>
              <a:rPr lang="en-US" sz="500" dirty="0"/>
              <a:t> </a:t>
            </a:r>
            <a:r>
              <a:rPr lang="en-US" sz="500" dirty="0" err="1"/>
              <a:t>zu</a:t>
            </a:r>
            <a:r>
              <a:rPr lang="en-US" sz="500" dirty="0"/>
              <a:t> </a:t>
            </a:r>
            <a:r>
              <a:rPr lang="en-US" sz="500" dirty="0" err="1"/>
              <a:t>sagen</a:t>
            </a:r>
            <a:r>
              <a:rPr lang="en-US" sz="500" dirty="0"/>
              <a:t> „</a:t>
            </a:r>
            <a:r>
              <a:rPr lang="en-US" sz="500" dirty="0" err="1"/>
              <a:t>unsere</a:t>
            </a:r>
            <a:r>
              <a:rPr lang="en-US" sz="500" dirty="0"/>
              <a:t> App </a:t>
            </a:r>
            <a:r>
              <a:rPr lang="en-US" sz="500" dirty="0" err="1"/>
              <a:t>ist</a:t>
            </a:r>
            <a:r>
              <a:rPr lang="en-US" sz="500" dirty="0"/>
              <a:t> </a:t>
            </a:r>
            <a:r>
              <a:rPr lang="en-US" sz="500" dirty="0" err="1"/>
              <a:t>innovativ</a:t>
            </a:r>
            <a:r>
              <a:rPr lang="en-US" sz="500" dirty="0"/>
              <a:t>“.</a:t>
            </a:r>
          </a:p>
          <a:p>
            <a:pPr>
              <a:buNone/>
            </a:pPr>
            <a:r>
              <a:rPr lang="en-US" sz="500" b="1" dirty="0"/>
              <a:t>Dein Stadt-</a:t>
            </a:r>
            <a:r>
              <a:rPr lang="en-US" sz="500" b="1" dirty="0" err="1"/>
              <a:t>zu</a:t>
            </a:r>
            <a:r>
              <a:rPr lang="en-US" sz="500" b="1" dirty="0"/>
              <a:t>-Stadt-</a:t>
            </a:r>
            <a:r>
              <a:rPr lang="en-US" sz="500" b="1" dirty="0" err="1"/>
              <a:t>Beispiel</a:t>
            </a:r>
            <a:r>
              <a:rPr lang="en-US" sz="500" b="1" dirty="0"/>
              <a:t> </a:t>
            </a:r>
            <a:r>
              <a:rPr lang="en-US" sz="500" b="1" dirty="0" err="1"/>
              <a:t>ergibt</a:t>
            </a:r>
            <a:r>
              <a:rPr lang="en-US" sz="500" b="1" dirty="0"/>
              <a:t> Sinn</a:t>
            </a:r>
          </a:p>
          <a:p>
            <a:pPr>
              <a:buNone/>
            </a:pPr>
            <a:r>
              <a:rPr lang="en-US" sz="500" dirty="0"/>
              <a:t>Zum </a:t>
            </a:r>
            <a:r>
              <a:rPr lang="en-US" sz="500" dirty="0" err="1"/>
              <a:t>Beispiel</a:t>
            </a:r>
            <a:r>
              <a:rPr lang="en-US" sz="500" dirty="0"/>
              <a:t>:</a:t>
            </a:r>
          </a:p>
          <a:p>
            <a:pPr>
              <a:buNone/>
            </a:pPr>
            <a:r>
              <a:rPr lang="en-US" sz="500" b="1" dirty="0"/>
              <a:t>Region A</a:t>
            </a:r>
            <a:br>
              <a:rPr lang="en-US" sz="500" dirty="0"/>
            </a:br>
            <a:r>
              <a:rPr lang="en-US" sz="500" dirty="0"/>
              <a:t>→ 4 </a:t>
            </a:r>
            <a:r>
              <a:rPr lang="en-US" sz="500" dirty="0" err="1"/>
              <a:t>Höfe</a:t>
            </a:r>
            <a:br>
              <a:rPr lang="en-US" sz="500" dirty="0"/>
            </a:br>
            <a:r>
              <a:rPr lang="en-US" sz="500" dirty="0"/>
              <a:t>→ </a:t>
            </a:r>
            <a:r>
              <a:rPr lang="en-US" sz="500" dirty="0" err="1"/>
              <a:t>viel</a:t>
            </a:r>
            <a:r>
              <a:rPr lang="en-US" sz="500" dirty="0"/>
              <a:t> Karotte, </a:t>
            </a:r>
            <a:r>
              <a:rPr lang="en-US" sz="500" dirty="0" err="1"/>
              <a:t>wenig</a:t>
            </a:r>
            <a:r>
              <a:rPr lang="en-US" sz="500" dirty="0"/>
              <a:t> </a:t>
            </a:r>
            <a:r>
              <a:rPr lang="en-US" sz="500" dirty="0" err="1"/>
              <a:t>Nachfrage</a:t>
            </a:r>
            <a:endParaRPr lang="en-US" sz="500" dirty="0"/>
          </a:p>
          <a:p>
            <a:pPr>
              <a:buNone/>
            </a:pPr>
            <a:r>
              <a:rPr lang="en-US" sz="500" b="1" dirty="0"/>
              <a:t>Region B</a:t>
            </a:r>
            <a:br>
              <a:rPr lang="en-US" sz="500" dirty="0"/>
            </a:br>
            <a:r>
              <a:rPr lang="en-US" sz="500" dirty="0"/>
              <a:t>→ 3 </a:t>
            </a:r>
            <a:r>
              <a:rPr lang="en-US" sz="500" dirty="0" err="1"/>
              <a:t>Höfe</a:t>
            </a:r>
            <a:br>
              <a:rPr lang="en-US" sz="500" dirty="0"/>
            </a:br>
            <a:r>
              <a:rPr lang="en-US" sz="500" dirty="0"/>
              <a:t>→ </a:t>
            </a:r>
            <a:r>
              <a:rPr lang="en-US" sz="500" dirty="0" err="1"/>
              <a:t>Karotten</a:t>
            </a:r>
            <a:r>
              <a:rPr lang="en-US" sz="500" dirty="0"/>
              <a:t> </a:t>
            </a:r>
            <a:r>
              <a:rPr lang="en-US" sz="500" dirty="0" err="1"/>
              <a:t>fehlen</a:t>
            </a:r>
            <a:endParaRPr lang="en-US" sz="500" dirty="0"/>
          </a:p>
          <a:p>
            <a:pPr>
              <a:buNone/>
            </a:pPr>
            <a:r>
              <a:rPr lang="en-US" sz="500" dirty="0"/>
              <a:t>Dann </a:t>
            </a:r>
            <a:r>
              <a:rPr lang="en-US" sz="500" dirty="0" err="1"/>
              <a:t>könnte</a:t>
            </a:r>
            <a:r>
              <a:rPr lang="en-US" sz="500" dirty="0"/>
              <a:t> LocalBite </a:t>
            </a:r>
            <a:r>
              <a:rPr lang="en-US" sz="500" dirty="0" err="1"/>
              <a:t>prüfen</a:t>
            </a:r>
            <a:r>
              <a:rPr lang="en-US" sz="500" dirty="0"/>
              <a:t>:</a:t>
            </a:r>
          </a:p>
          <a:p>
            <a:pPr>
              <a:buNone/>
            </a:pPr>
            <a:r>
              <a:rPr lang="en-US" sz="500" b="1" dirty="0" err="1"/>
              <a:t>Liegt</a:t>
            </a:r>
            <a:r>
              <a:rPr lang="en-US" sz="500" b="1" dirty="0"/>
              <a:t> Region B </a:t>
            </a:r>
            <a:r>
              <a:rPr lang="en-US" sz="500" b="1" dirty="0" err="1"/>
              <a:t>sowieso</a:t>
            </a:r>
            <a:r>
              <a:rPr lang="en-US" sz="500" b="1" dirty="0"/>
              <a:t> auf </a:t>
            </a:r>
            <a:r>
              <a:rPr lang="en-US" sz="500" b="1" dirty="0" err="1"/>
              <a:t>einer</a:t>
            </a:r>
            <a:r>
              <a:rPr lang="en-US" sz="500" b="1" dirty="0"/>
              <a:t> </a:t>
            </a:r>
            <a:r>
              <a:rPr lang="en-US" sz="500" b="1" dirty="0" err="1"/>
              <a:t>bestehenden</a:t>
            </a:r>
            <a:r>
              <a:rPr lang="en-US" sz="500" b="1" dirty="0"/>
              <a:t> Tour </a:t>
            </a:r>
            <a:r>
              <a:rPr lang="en-US" sz="500" b="1" dirty="0" err="1"/>
              <a:t>oder</a:t>
            </a:r>
            <a:r>
              <a:rPr lang="en-US" sz="500" b="1" dirty="0"/>
              <a:t> </a:t>
            </a:r>
            <a:r>
              <a:rPr lang="en-US" sz="500" b="1" dirty="0" err="1"/>
              <a:t>nahe</a:t>
            </a:r>
            <a:r>
              <a:rPr lang="en-US" sz="500" b="1" dirty="0"/>
              <a:t> </a:t>
            </a:r>
            <a:r>
              <a:rPr lang="en-US" sz="500" b="1" dirty="0" err="1"/>
              <a:t>daran</a:t>
            </a:r>
            <a:r>
              <a:rPr lang="en-US" sz="500" b="1" dirty="0"/>
              <a:t>?</a:t>
            </a:r>
            <a:endParaRPr lang="en-US" sz="500" dirty="0"/>
          </a:p>
          <a:p>
            <a:pPr>
              <a:buNone/>
            </a:pPr>
            <a:r>
              <a:rPr lang="en-US" sz="500" dirty="0"/>
              <a:t>Wenn ja → Ware </a:t>
            </a:r>
            <a:r>
              <a:rPr lang="en-US" sz="500" dirty="0" err="1"/>
              <a:t>mitnehmen</a:t>
            </a:r>
            <a:r>
              <a:rPr lang="en-US" sz="500" dirty="0"/>
              <a:t>.</a:t>
            </a:r>
          </a:p>
          <a:p>
            <a:pPr>
              <a:buNone/>
            </a:pPr>
            <a:r>
              <a:rPr lang="en-US" sz="500" dirty="0"/>
              <a:t>Wenn </a:t>
            </a:r>
            <a:r>
              <a:rPr lang="en-US" sz="500" dirty="0" err="1"/>
              <a:t>dafür</a:t>
            </a:r>
            <a:r>
              <a:rPr lang="en-US" sz="500" dirty="0"/>
              <a:t> </a:t>
            </a:r>
            <a:r>
              <a:rPr lang="en-US" sz="500" dirty="0" err="1"/>
              <a:t>ein</a:t>
            </a:r>
            <a:r>
              <a:rPr lang="en-US" sz="500" dirty="0"/>
              <a:t> extra LKW 80 km </a:t>
            </a:r>
            <a:r>
              <a:rPr lang="en-US" sz="500" dirty="0" err="1"/>
              <a:t>fahren</a:t>
            </a:r>
            <a:r>
              <a:rPr lang="en-US" sz="500" dirty="0"/>
              <a:t> </a:t>
            </a:r>
            <a:r>
              <a:rPr lang="en-US" sz="500" dirty="0" err="1"/>
              <a:t>müsste</a:t>
            </a:r>
            <a:r>
              <a:rPr lang="en-US" sz="500" dirty="0"/>
              <a:t> → </a:t>
            </a:r>
            <a:r>
              <a:rPr lang="en-US" sz="500" b="1" dirty="0"/>
              <a:t>nicht </a:t>
            </a:r>
            <a:r>
              <a:rPr lang="en-US" sz="500" b="1" dirty="0" err="1"/>
              <a:t>sinnvoll</a:t>
            </a:r>
            <a:r>
              <a:rPr lang="en-US" sz="500" dirty="0"/>
              <a:t>.</a:t>
            </a:r>
          </a:p>
          <a:p>
            <a:pPr>
              <a:buNone/>
            </a:pPr>
            <a:r>
              <a:rPr lang="en-US" sz="500" dirty="0" err="1"/>
              <a:t>Genau</a:t>
            </a:r>
            <a:r>
              <a:rPr lang="en-US" sz="500" dirty="0"/>
              <a:t> das </a:t>
            </a:r>
            <a:r>
              <a:rPr lang="en-US" sz="500" dirty="0" err="1"/>
              <a:t>ist</a:t>
            </a:r>
            <a:r>
              <a:rPr lang="en-US" sz="500" dirty="0"/>
              <a:t> </a:t>
            </a:r>
            <a:r>
              <a:rPr lang="en-US" sz="500" dirty="0" err="1"/>
              <a:t>eigentlich</a:t>
            </a:r>
            <a:r>
              <a:rPr lang="en-US" sz="500" dirty="0"/>
              <a:t> </a:t>
            </a:r>
            <a:r>
              <a:rPr lang="en-US" sz="500" dirty="0" err="1"/>
              <a:t>ein</a:t>
            </a:r>
            <a:r>
              <a:rPr lang="en-US" sz="500" dirty="0"/>
              <a:t> </a:t>
            </a:r>
            <a:r>
              <a:rPr lang="en-US" sz="500" dirty="0" err="1"/>
              <a:t>schöner</a:t>
            </a:r>
            <a:r>
              <a:rPr lang="en-US" sz="500" dirty="0"/>
              <a:t> </a:t>
            </a:r>
            <a:r>
              <a:rPr lang="en-US" sz="500" dirty="0" err="1"/>
              <a:t>Innovationspunkt</a:t>
            </a:r>
            <a:r>
              <a:rPr lang="en-US" sz="500" dirty="0"/>
              <a:t>:</a:t>
            </a:r>
          </a:p>
          <a:p>
            <a:pPr>
              <a:buNone/>
            </a:pPr>
            <a:r>
              <a:rPr lang="en-US" sz="500" b="1" dirty="0"/>
              <a:t>Nicht </a:t>
            </a:r>
            <a:r>
              <a:rPr lang="en-US" sz="500" b="1" dirty="0" err="1"/>
              <a:t>einfach</a:t>
            </a:r>
            <a:r>
              <a:rPr lang="en-US" sz="500" b="1" dirty="0"/>
              <a:t> </a:t>
            </a:r>
            <a:r>
              <a:rPr lang="en-US" sz="500" b="1" dirty="0" err="1"/>
              <a:t>überall</a:t>
            </a:r>
            <a:r>
              <a:rPr lang="en-US" sz="500" b="1" dirty="0"/>
              <a:t> </a:t>
            </a:r>
            <a:r>
              <a:rPr lang="en-US" sz="500" b="1" dirty="0" err="1"/>
              <a:t>hin</a:t>
            </a:r>
            <a:r>
              <a:rPr lang="en-US" sz="500" b="1" dirty="0"/>
              <a:t> </a:t>
            </a:r>
            <a:r>
              <a:rPr lang="en-US" sz="500" b="1" dirty="0" err="1"/>
              <a:t>liefern</a:t>
            </a:r>
            <a:r>
              <a:rPr lang="en-US" sz="500" b="1" dirty="0"/>
              <a:t>, </a:t>
            </a:r>
            <a:r>
              <a:rPr lang="en-US" sz="500" b="1" dirty="0" err="1"/>
              <a:t>sondern</a:t>
            </a:r>
            <a:r>
              <a:rPr lang="en-US" sz="500" b="1" dirty="0"/>
              <a:t> </a:t>
            </a:r>
            <a:r>
              <a:rPr lang="en-US" sz="500" b="1" dirty="0" err="1"/>
              <a:t>regionale</a:t>
            </a:r>
            <a:r>
              <a:rPr lang="en-US" sz="500" b="1" dirty="0"/>
              <a:t> </a:t>
            </a:r>
            <a:r>
              <a:rPr lang="en-US" sz="500" b="1" dirty="0" err="1"/>
              <a:t>Überschüsse</a:t>
            </a:r>
            <a:r>
              <a:rPr lang="en-US" sz="500" b="1" dirty="0"/>
              <a:t> </a:t>
            </a:r>
            <a:r>
              <a:rPr lang="en-US" sz="500" b="1" dirty="0" err="1"/>
              <a:t>dort</a:t>
            </a:r>
            <a:r>
              <a:rPr lang="en-US" sz="500" b="1" dirty="0"/>
              <a:t> </a:t>
            </a:r>
            <a:r>
              <a:rPr lang="en-US" sz="500" b="1" dirty="0" err="1"/>
              <a:t>verteilen</a:t>
            </a:r>
            <a:r>
              <a:rPr lang="en-US" sz="500" b="1" dirty="0"/>
              <a:t>, wo es </a:t>
            </a:r>
            <a:r>
              <a:rPr lang="en-US" sz="500" b="1" dirty="0" err="1"/>
              <a:t>logistisch</a:t>
            </a:r>
            <a:r>
              <a:rPr lang="en-US" sz="500" b="1" dirty="0"/>
              <a:t> </a:t>
            </a:r>
            <a:r>
              <a:rPr lang="en-US" sz="500" b="1" dirty="0" err="1"/>
              <a:t>sinnvoll</a:t>
            </a:r>
            <a:r>
              <a:rPr lang="en-US" sz="500" b="1" dirty="0"/>
              <a:t> </a:t>
            </a:r>
            <a:r>
              <a:rPr lang="en-US" sz="500" b="1" dirty="0" err="1"/>
              <a:t>ist</a:t>
            </a:r>
            <a:r>
              <a:rPr lang="en-US" sz="500" b="1" dirty="0"/>
              <a:t>.</a:t>
            </a:r>
            <a:endParaRPr lang="en-US" sz="500" dirty="0"/>
          </a:p>
          <a:p>
            <a:pPr>
              <a:buNone/>
            </a:pPr>
            <a:r>
              <a:rPr lang="en-US" sz="500" dirty="0"/>
              <a:t>Und </a:t>
            </a:r>
            <a:r>
              <a:rPr lang="en-US" sz="500" dirty="0" err="1"/>
              <a:t>durch</a:t>
            </a:r>
            <a:r>
              <a:rPr lang="en-US" sz="500" dirty="0"/>
              <a:t> </a:t>
            </a:r>
            <a:r>
              <a:rPr lang="en-US" sz="500" dirty="0" err="1"/>
              <a:t>mehrere</a:t>
            </a:r>
            <a:r>
              <a:rPr lang="en-US" sz="500" dirty="0"/>
              <a:t> </a:t>
            </a:r>
            <a:r>
              <a:rPr lang="en-US" sz="500" dirty="0" err="1"/>
              <a:t>teilnehmende</a:t>
            </a:r>
            <a:r>
              <a:rPr lang="en-US" sz="500" dirty="0"/>
              <a:t> </a:t>
            </a:r>
            <a:r>
              <a:rPr lang="en-US" sz="500" dirty="0" err="1"/>
              <a:t>Höfe</a:t>
            </a:r>
            <a:r>
              <a:rPr lang="en-US" sz="500" dirty="0"/>
              <a:t> </a:t>
            </a:r>
            <a:r>
              <a:rPr lang="en-US" sz="500" dirty="0" err="1"/>
              <a:t>wird</a:t>
            </a:r>
            <a:r>
              <a:rPr lang="en-US" sz="500" dirty="0"/>
              <a:t> </a:t>
            </a:r>
            <a:r>
              <a:rPr lang="en-US" sz="500" dirty="0" err="1"/>
              <a:t>LocalBite</a:t>
            </a:r>
            <a:r>
              <a:rPr lang="en-US" sz="500" dirty="0"/>
              <a:t> </a:t>
            </a:r>
            <a:r>
              <a:rPr lang="en-US" sz="500" dirty="0" err="1"/>
              <a:t>gleichzeitig</a:t>
            </a:r>
            <a:r>
              <a:rPr lang="en-US" sz="500" dirty="0"/>
              <a:t> </a:t>
            </a:r>
            <a:r>
              <a:rPr lang="en-US" sz="500" b="1" dirty="0" err="1"/>
              <a:t>robuster</a:t>
            </a:r>
            <a:r>
              <a:rPr lang="en-US" sz="500" dirty="0"/>
              <a:t>: Wenn </a:t>
            </a:r>
            <a:r>
              <a:rPr lang="en-US" sz="500" dirty="0" err="1"/>
              <a:t>ein</a:t>
            </a:r>
            <a:r>
              <a:rPr lang="en-US" sz="500" dirty="0"/>
              <a:t> Hof </a:t>
            </a:r>
            <a:r>
              <a:rPr lang="en-US" sz="500" dirty="0" err="1"/>
              <a:t>wegen</a:t>
            </a:r>
            <a:r>
              <a:rPr lang="en-US" sz="500" dirty="0"/>
              <a:t> </a:t>
            </a:r>
            <a:r>
              <a:rPr lang="en-US" sz="500" dirty="0" err="1"/>
              <a:t>Ernteausfall</a:t>
            </a:r>
            <a:r>
              <a:rPr lang="en-US" sz="500" dirty="0"/>
              <a:t> </a:t>
            </a:r>
            <a:r>
              <a:rPr lang="en-US" sz="500" dirty="0" err="1"/>
              <a:t>oder</a:t>
            </a:r>
            <a:r>
              <a:rPr lang="en-US" sz="500" dirty="0"/>
              <a:t> </a:t>
            </a:r>
            <a:r>
              <a:rPr lang="en-US" sz="500" dirty="0" err="1"/>
              <a:t>geringer</a:t>
            </a:r>
            <a:r>
              <a:rPr lang="en-US" sz="500" dirty="0"/>
              <a:t> </a:t>
            </a:r>
            <a:r>
              <a:rPr lang="en-US" sz="300" dirty="0"/>
              <a:t>Menge</a:t>
            </a:r>
            <a:r>
              <a:rPr lang="en-US" sz="500" dirty="0"/>
              <a:t> nicht </a:t>
            </a:r>
            <a:r>
              <a:rPr lang="en-US" sz="500" dirty="0" err="1"/>
              <a:t>liefern</a:t>
            </a:r>
            <a:r>
              <a:rPr lang="en-US" sz="500" dirty="0"/>
              <a:t> </a:t>
            </a:r>
            <a:r>
              <a:rPr lang="en-US" sz="500" dirty="0" err="1"/>
              <a:t>kann</a:t>
            </a:r>
            <a:r>
              <a:rPr lang="en-US" sz="500" dirty="0"/>
              <a:t>, </a:t>
            </a:r>
            <a:r>
              <a:rPr lang="en-US" sz="500" dirty="0" err="1"/>
              <a:t>kann</a:t>
            </a:r>
            <a:r>
              <a:rPr lang="en-US" sz="500" dirty="0"/>
              <a:t> </a:t>
            </a:r>
            <a:r>
              <a:rPr lang="en-US" sz="500" dirty="0" err="1"/>
              <a:t>eventuell</a:t>
            </a:r>
            <a:r>
              <a:rPr lang="en-US" sz="500" dirty="0"/>
              <a:t> </a:t>
            </a:r>
            <a:r>
              <a:rPr lang="en-US" sz="500" dirty="0" err="1"/>
              <a:t>ein</a:t>
            </a:r>
            <a:r>
              <a:rPr lang="en-US" sz="500" dirty="0"/>
              <a:t> </a:t>
            </a:r>
            <a:r>
              <a:rPr lang="en-US" sz="500" dirty="0" err="1"/>
              <a:t>anderer</a:t>
            </a:r>
            <a:r>
              <a:rPr lang="en-US" sz="500" dirty="0"/>
              <a:t> </a:t>
            </a:r>
            <a:r>
              <a:rPr lang="en-US" sz="500" dirty="0" err="1"/>
              <a:t>regionaler</a:t>
            </a:r>
            <a:r>
              <a:rPr lang="en-US" sz="500" dirty="0"/>
              <a:t> Hof </a:t>
            </a:r>
            <a:r>
              <a:rPr lang="en-US" sz="500" dirty="0" err="1"/>
              <a:t>einspringen</a:t>
            </a:r>
            <a:r>
              <a:rPr lang="en-US" sz="500" dirty="0"/>
              <a:t>.</a:t>
            </a:r>
          </a:p>
          <a:p>
            <a:pPr>
              <a:buNone/>
            </a:pPr>
            <a:br>
              <a:rPr lang="en-US" sz="500" dirty="0"/>
            </a:br>
            <a:endParaRPr lang="en-US" sz="500" dirty="0"/>
          </a:p>
          <a:p>
            <a:pPr>
              <a:buNone/>
            </a:pPr>
            <a:r>
              <a:rPr lang="en-US" sz="500" b="1" dirty="0"/>
              <a:t>Beim Apfel bitte </a:t>
            </a:r>
            <a:r>
              <a:rPr lang="en-US" sz="500" b="1" dirty="0" err="1"/>
              <a:t>wichtig</a:t>
            </a:r>
            <a:endParaRPr lang="en-US" sz="500" b="1" dirty="0"/>
          </a:p>
          <a:p>
            <a:pPr>
              <a:buNone/>
            </a:pPr>
            <a:r>
              <a:rPr lang="en-US" sz="500" b="1" dirty="0"/>
              <a:t>„Ein Apfel </a:t>
            </a:r>
            <a:r>
              <a:rPr lang="en-US" sz="500" b="1" dirty="0" err="1"/>
              <a:t>darf</a:t>
            </a:r>
            <a:r>
              <a:rPr lang="en-US" sz="500" b="1" dirty="0"/>
              <a:t> nicht </a:t>
            </a:r>
            <a:r>
              <a:rPr lang="en-US" sz="500" b="1" dirty="0" err="1"/>
              <a:t>breiter</a:t>
            </a:r>
            <a:r>
              <a:rPr lang="en-US" sz="500" b="1" dirty="0"/>
              <a:t> </a:t>
            </a:r>
            <a:r>
              <a:rPr lang="en-US" sz="500" b="1" dirty="0" err="1"/>
              <a:t>als</a:t>
            </a:r>
            <a:r>
              <a:rPr lang="en-US" sz="500" b="1" dirty="0"/>
              <a:t> 10 cm sein“ </a:t>
            </a:r>
            <a:r>
              <a:rPr lang="en-US" sz="500" b="1" dirty="0" err="1"/>
              <a:t>würde</a:t>
            </a:r>
            <a:r>
              <a:rPr lang="en-US" sz="500" b="1" dirty="0"/>
              <a:t> ich NICHT </a:t>
            </a:r>
            <a:r>
              <a:rPr lang="en-US" sz="500" b="1" dirty="0" err="1"/>
              <a:t>sagen</a:t>
            </a:r>
            <a:r>
              <a:rPr lang="en-US" sz="500" b="1" dirty="0"/>
              <a:t>.</a:t>
            </a:r>
            <a:endParaRPr lang="en-US" sz="500" dirty="0"/>
          </a:p>
          <a:p>
            <a:pPr>
              <a:buNone/>
            </a:pPr>
            <a:r>
              <a:rPr lang="en-US" sz="500" dirty="0"/>
              <a:t>Die </a:t>
            </a:r>
            <a:r>
              <a:rPr lang="en-US" sz="500" dirty="0" err="1"/>
              <a:t>aktuelle</a:t>
            </a:r>
            <a:r>
              <a:rPr lang="en-US" sz="500" dirty="0"/>
              <a:t> EU-</a:t>
            </a:r>
            <a:r>
              <a:rPr lang="en-US" sz="500" dirty="0" err="1"/>
              <a:t>Vermarktungsnorm</a:t>
            </a:r>
            <a:r>
              <a:rPr lang="en-US" sz="500" dirty="0"/>
              <a:t> </a:t>
            </a:r>
            <a:r>
              <a:rPr lang="en-US" sz="500" dirty="0" err="1"/>
              <a:t>legt</a:t>
            </a:r>
            <a:r>
              <a:rPr lang="en-US" sz="500" dirty="0"/>
              <a:t> </a:t>
            </a:r>
            <a:r>
              <a:rPr lang="en-US" sz="500" dirty="0" err="1"/>
              <a:t>bei</a:t>
            </a:r>
            <a:r>
              <a:rPr lang="en-US" sz="500" dirty="0"/>
              <a:t> </a:t>
            </a:r>
            <a:r>
              <a:rPr lang="en-US" sz="500" dirty="0" err="1"/>
              <a:t>Äpfeln</a:t>
            </a:r>
            <a:r>
              <a:rPr lang="en-US" sz="500" dirty="0"/>
              <a:t> </a:t>
            </a:r>
            <a:r>
              <a:rPr lang="en-US" sz="500" dirty="0" err="1"/>
              <a:t>vor</a:t>
            </a:r>
            <a:r>
              <a:rPr lang="en-US" sz="500" dirty="0"/>
              <a:t> </a:t>
            </a:r>
            <a:r>
              <a:rPr lang="en-US" sz="500" dirty="0" err="1"/>
              <a:t>allem</a:t>
            </a:r>
            <a:r>
              <a:rPr lang="en-US" sz="500" dirty="0"/>
              <a:t> </a:t>
            </a:r>
            <a:r>
              <a:rPr lang="en-US" sz="500" b="1" dirty="0" err="1"/>
              <a:t>Mindestgrößen</a:t>
            </a:r>
            <a:r>
              <a:rPr lang="en-US" sz="500" dirty="0"/>
              <a:t> und </a:t>
            </a:r>
            <a:r>
              <a:rPr lang="en-US" sz="500" dirty="0" err="1"/>
              <a:t>Regeln</a:t>
            </a:r>
            <a:r>
              <a:rPr lang="en-US" sz="500" dirty="0"/>
              <a:t> </a:t>
            </a:r>
            <a:r>
              <a:rPr lang="en-US" sz="500" dirty="0" err="1"/>
              <a:t>zur</a:t>
            </a:r>
            <a:r>
              <a:rPr lang="en-US" sz="500" dirty="0"/>
              <a:t> </a:t>
            </a:r>
            <a:r>
              <a:rPr lang="en-US" sz="500" dirty="0" err="1"/>
              <a:t>Gleichmäßigkeit</a:t>
            </a:r>
            <a:r>
              <a:rPr lang="en-US" sz="500" dirty="0"/>
              <a:t> </a:t>
            </a:r>
            <a:r>
              <a:rPr lang="en-US" sz="500" dirty="0" err="1"/>
              <a:t>innerhalb</a:t>
            </a:r>
            <a:r>
              <a:rPr lang="en-US" sz="500" dirty="0"/>
              <a:t> </a:t>
            </a:r>
            <a:r>
              <a:rPr lang="en-US" sz="500" dirty="0" err="1"/>
              <a:t>bestimmter</a:t>
            </a:r>
            <a:r>
              <a:rPr lang="en-US" sz="500" dirty="0"/>
              <a:t> </a:t>
            </a:r>
            <a:r>
              <a:rPr lang="en-US" sz="500" dirty="0" err="1"/>
              <a:t>Verpackungen</a:t>
            </a:r>
            <a:r>
              <a:rPr lang="en-US" sz="500" dirty="0"/>
              <a:t> fest. Ein </a:t>
            </a:r>
            <a:r>
              <a:rPr lang="en-US" sz="500" dirty="0" err="1"/>
              <a:t>allgemeines</a:t>
            </a:r>
            <a:r>
              <a:rPr lang="en-US" sz="500" dirty="0"/>
              <a:t> „</a:t>
            </a:r>
            <a:r>
              <a:rPr lang="en-US" sz="500" dirty="0" err="1"/>
              <a:t>größer</a:t>
            </a:r>
            <a:r>
              <a:rPr lang="en-US" sz="500" dirty="0"/>
              <a:t> </a:t>
            </a:r>
            <a:r>
              <a:rPr lang="en-US" sz="500" dirty="0" err="1"/>
              <a:t>als</a:t>
            </a:r>
            <a:r>
              <a:rPr lang="en-US" sz="500" dirty="0"/>
              <a:t> 10 cm = </a:t>
            </a:r>
            <a:r>
              <a:rPr lang="en-US" sz="500" dirty="0" err="1"/>
              <a:t>darf</a:t>
            </a:r>
            <a:r>
              <a:rPr lang="en-US" sz="500" dirty="0"/>
              <a:t> nicht </a:t>
            </a:r>
            <a:r>
              <a:rPr lang="en-US" sz="500" dirty="0" err="1"/>
              <a:t>verkauft</a:t>
            </a:r>
            <a:r>
              <a:rPr lang="en-US" sz="500" dirty="0"/>
              <a:t> </a:t>
            </a:r>
            <a:r>
              <a:rPr lang="en-US" sz="500" dirty="0" err="1"/>
              <a:t>werden</a:t>
            </a:r>
            <a:r>
              <a:rPr lang="en-US" sz="500" dirty="0"/>
              <a:t>“ </a:t>
            </a:r>
            <a:r>
              <a:rPr lang="en-US" sz="500" dirty="0" err="1"/>
              <a:t>gibt</a:t>
            </a:r>
            <a:r>
              <a:rPr lang="en-US" sz="500" dirty="0"/>
              <a:t> es </a:t>
            </a:r>
            <a:r>
              <a:rPr lang="en-US" sz="500" dirty="0" err="1"/>
              <a:t>dort</a:t>
            </a:r>
            <a:r>
              <a:rPr lang="en-US" sz="500" dirty="0"/>
              <a:t> nicht. </a:t>
            </a:r>
            <a:r>
              <a:rPr lang="en-US" sz="500" dirty="0">
                <a:hlinkClick r:id="rId2"/>
              </a:rPr>
              <a:t>Eur-Lex</a:t>
            </a:r>
            <a:endParaRPr lang="en-US" sz="500" dirty="0"/>
          </a:p>
          <a:p>
            <a:pPr>
              <a:buNone/>
            </a:pPr>
            <a:r>
              <a:rPr lang="en-US" sz="500" dirty="0"/>
              <a:t>Dein Grundgedanke </a:t>
            </a:r>
            <a:r>
              <a:rPr lang="en-US" sz="500" dirty="0" err="1"/>
              <a:t>funktioniert</a:t>
            </a:r>
            <a:r>
              <a:rPr lang="en-US" sz="500" dirty="0"/>
              <a:t> </a:t>
            </a:r>
            <a:r>
              <a:rPr lang="en-US" sz="500" dirty="0" err="1"/>
              <a:t>aber</a:t>
            </a:r>
            <a:r>
              <a:rPr lang="en-US" sz="500" dirty="0"/>
              <a:t> </a:t>
            </a:r>
            <a:r>
              <a:rPr lang="en-US" sz="500" dirty="0" err="1"/>
              <a:t>trotzdem</a:t>
            </a:r>
            <a:r>
              <a:rPr lang="en-US" sz="500" dirty="0"/>
              <a:t> </a:t>
            </a:r>
            <a:r>
              <a:rPr lang="en-US" sz="500" dirty="0" err="1"/>
              <a:t>sehr</a:t>
            </a:r>
            <a:r>
              <a:rPr lang="en-US" sz="500" dirty="0"/>
              <a:t> gut:</a:t>
            </a:r>
          </a:p>
          <a:p>
            <a:pPr>
              <a:buNone/>
            </a:pPr>
            <a:r>
              <a:rPr lang="en-US" sz="500" b="1" dirty="0"/>
              <a:t>„Es </a:t>
            </a:r>
            <a:r>
              <a:rPr lang="en-US" sz="500" b="1" dirty="0" err="1"/>
              <a:t>gibt</a:t>
            </a:r>
            <a:r>
              <a:rPr lang="en-US" sz="500" b="1" dirty="0"/>
              <a:t> </a:t>
            </a:r>
            <a:r>
              <a:rPr lang="en-US" sz="500" b="1" dirty="0" err="1"/>
              <a:t>landwirtschaftliche</a:t>
            </a:r>
            <a:r>
              <a:rPr lang="en-US" sz="500" b="1" dirty="0"/>
              <a:t> </a:t>
            </a:r>
            <a:r>
              <a:rPr lang="en-US" sz="500" b="1" dirty="0" err="1"/>
              <a:t>Produkte</a:t>
            </a:r>
            <a:r>
              <a:rPr lang="en-US" sz="500" b="1" dirty="0"/>
              <a:t>, die </a:t>
            </a:r>
            <a:r>
              <a:rPr lang="en-US" sz="500" b="1" dirty="0" err="1"/>
              <a:t>zwar</a:t>
            </a:r>
            <a:r>
              <a:rPr lang="en-US" sz="500" b="1" dirty="0"/>
              <a:t> </a:t>
            </a:r>
            <a:r>
              <a:rPr lang="en-US" sz="500" b="1" dirty="0" err="1"/>
              <a:t>völlig</a:t>
            </a:r>
            <a:r>
              <a:rPr lang="en-US" sz="500" b="1" dirty="0"/>
              <a:t> </a:t>
            </a:r>
            <a:r>
              <a:rPr lang="en-US" sz="500" b="1" dirty="0" err="1"/>
              <a:t>essbar</a:t>
            </a:r>
            <a:r>
              <a:rPr lang="en-US" sz="500" b="1" dirty="0"/>
              <a:t> </a:t>
            </a:r>
            <a:r>
              <a:rPr lang="en-US" sz="500" b="1" dirty="0" err="1"/>
              <a:t>sind</a:t>
            </a:r>
            <a:r>
              <a:rPr lang="en-US" sz="500" b="1" dirty="0"/>
              <a:t>, </a:t>
            </a:r>
            <a:r>
              <a:rPr lang="en-US" sz="500" b="1" dirty="0" err="1"/>
              <a:t>aber</a:t>
            </a:r>
            <a:r>
              <a:rPr lang="en-US" sz="500" b="1" dirty="0"/>
              <a:t> </a:t>
            </a:r>
            <a:r>
              <a:rPr lang="en-US" sz="500" b="1" dirty="0" err="1"/>
              <a:t>bestimmte</a:t>
            </a:r>
            <a:r>
              <a:rPr lang="en-US" sz="500" b="1" dirty="0"/>
              <a:t> </a:t>
            </a:r>
            <a:r>
              <a:rPr lang="en-US" sz="500" b="1" dirty="0" err="1"/>
              <a:t>vertragliche</a:t>
            </a:r>
            <a:r>
              <a:rPr lang="en-US" sz="500" b="1" dirty="0"/>
              <a:t> </a:t>
            </a:r>
            <a:r>
              <a:rPr lang="en-US" sz="500" b="1" dirty="0" err="1"/>
              <a:t>Anforderungen</a:t>
            </a:r>
            <a:r>
              <a:rPr lang="en-US" sz="500" b="1" dirty="0"/>
              <a:t> </a:t>
            </a:r>
            <a:r>
              <a:rPr lang="en-US" sz="500" b="1" dirty="0" err="1"/>
              <a:t>eines</a:t>
            </a:r>
            <a:r>
              <a:rPr lang="en-US" sz="500" b="1" dirty="0"/>
              <a:t> </a:t>
            </a:r>
            <a:r>
              <a:rPr lang="en-US" sz="500" b="1" dirty="0" err="1"/>
              <a:t>Abnehmers</a:t>
            </a:r>
            <a:r>
              <a:rPr lang="en-US" sz="500" b="1" dirty="0"/>
              <a:t> nicht </a:t>
            </a:r>
            <a:r>
              <a:rPr lang="en-US" sz="500" b="1" dirty="0" err="1"/>
              <a:t>erfüllen</a:t>
            </a:r>
            <a:r>
              <a:rPr lang="en-US" sz="500" b="1" dirty="0"/>
              <a:t>. Für </a:t>
            </a:r>
            <a:r>
              <a:rPr lang="en-US" sz="500" b="1" dirty="0" err="1"/>
              <a:t>solche</a:t>
            </a:r>
            <a:r>
              <a:rPr lang="en-US" sz="500" b="1" dirty="0"/>
              <a:t> Ware </a:t>
            </a:r>
            <a:r>
              <a:rPr lang="en-US" sz="500" b="1" dirty="0" err="1"/>
              <a:t>müssen</a:t>
            </a:r>
            <a:r>
              <a:rPr lang="en-US" sz="500" b="1" dirty="0"/>
              <a:t> </a:t>
            </a:r>
            <a:r>
              <a:rPr lang="en-US" sz="500" b="1" dirty="0" err="1"/>
              <a:t>Landwirte</a:t>
            </a:r>
            <a:r>
              <a:rPr lang="en-US" sz="500" b="1" dirty="0"/>
              <a:t> alternative </a:t>
            </a:r>
            <a:r>
              <a:rPr lang="en-US" sz="500" b="1" dirty="0" err="1"/>
              <a:t>Absatzwege</a:t>
            </a:r>
            <a:r>
              <a:rPr lang="en-US" sz="500" b="1" dirty="0"/>
              <a:t> </a:t>
            </a:r>
            <a:r>
              <a:rPr lang="en-US" sz="500" b="1" dirty="0" err="1"/>
              <a:t>finden</a:t>
            </a:r>
            <a:r>
              <a:rPr lang="en-US" sz="500" b="1" dirty="0"/>
              <a:t>.“</a:t>
            </a:r>
            <a:endParaRPr lang="en-US" sz="500" dirty="0"/>
          </a:p>
          <a:p>
            <a:pPr>
              <a:buNone/>
            </a:pPr>
            <a:r>
              <a:rPr lang="en-US" sz="500" dirty="0"/>
              <a:t>Das </a:t>
            </a:r>
            <a:r>
              <a:rPr lang="en-US" sz="500" dirty="0" err="1"/>
              <a:t>Bundeszentrum</a:t>
            </a:r>
            <a:r>
              <a:rPr lang="en-US" sz="500" dirty="0"/>
              <a:t> für </a:t>
            </a:r>
            <a:r>
              <a:rPr lang="en-US" sz="500" dirty="0" err="1"/>
              <a:t>Landwirtschaft</a:t>
            </a:r>
            <a:r>
              <a:rPr lang="en-US" sz="500" dirty="0"/>
              <a:t> </a:t>
            </a:r>
            <a:r>
              <a:rPr lang="en-US" sz="500" dirty="0" err="1"/>
              <a:t>nennt</a:t>
            </a:r>
            <a:r>
              <a:rPr lang="en-US" sz="500" dirty="0"/>
              <a:t> </a:t>
            </a:r>
            <a:r>
              <a:rPr lang="en-US" sz="500" dirty="0" err="1"/>
              <a:t>dafür</a:t>
            </a:r>
            <a:r>
              <a:rPr lang="en-US" sz="500" dirty="0"/>
              <a:t> </a:t>
            </a:r>
            <a:r>
              <a:rPr lang="en-US" sz="500" dirty="0" err="1"/>
              <a:t>tatsächlich</a:t>
            </a:r>
            <a:r>
              <a:rPr lang="en-US" sz="500" dirty="0"/>
              <a:t> </a:t>
            </a:r>
            <a:r>
              <a:rPr lang="en-US" sz="500" b="1" dirty="0" err="1"/>
              <a:t>Hofläden</a:t>
            </a:r>
            <a:r>
              <a:rPr lang="en-US" sz="500" b="1" dirty="0"/>
              <a:t> und </a:t>
            </a:r>
            <a:r>
              <a:rPr lang="en-US" sz="500" b="1" dirty="0" err="1"/>
              <a:t>Direktvermarktung</a:t>
            </a:r>
            <a:r>
              <a:rPr lang="en-US" sz="500" dirty="0"/>
              <a:t> </a:t>
            </a:r>
            <a:r>
              <a:rPr lang="en-US" sz="500" dirty="0" err="1"/>
              <a:t>als</a:t>
            </a:r>
            <a:r>
              <a:rPr lang="en-US" sz="500" dirty="0"/>
              <a:t> </a:t>
            </a:r>
            <a:r>
              <a:rPr lang="en-US" sz="500" dirty="0" err="1"/>
              <a:t>Alternativen</a:t>
            </a:r>
            <a:r>
              <a:rPr lang="en-US" sz="500" dirty="0"/>
              <a:t> und </a:t>
            </a:r>
            <a:r>
              <a:rPr lang="en-US" sz="500" dirty="0" err="1"/>
              <a:t>weist</a:t>
            </a:r>
            <a:r>
              <a:rPr lang="en-US" sz="500" dirty="0"/>
              <a:t> </a:t>
            </a:r>
            <a:r>
              <a:rPr lang="en-US" sz="500" dirty="0" err="1"/>
              <a:t>darauf</a:t>
            </a:r>
            <a:r>
              <a:rPr lang="en-US" sz="500" dirty="0"/>
              <a:t> </a:t>
            </a:r>
            <a:r>
              <a:rPr lang="en-US" sz="500" dirty="0" err="1"/>
              <a:t>hin</a:t>
            </a:r>
            <a:r>
              <a:rPr lang="en-US" sz="500" dirty="0"/>
              <a:t>, </a:t>
            </a:r>
            <a:r>
              <a:rPr lang="en-US" sz="500" dirty="0" err="1"/>
              <a:t>dass</a:t>
            </a:r>
            <a:r>
              <a:rPr lang="en-US" sz="500" dirty="0"/>
              <a:t> </a:t>
            </a:r>
            <a:r>
              <a:rPr lang="en-US" sz="500" dirty="0" err="1"/>
              <a:t>dafür</a:t>
            </a:r>
            <a:r>
              <a:rPr lang="en-US" sz="500" dirty="0"/>
              <a:t> oft </a:t>
            </a:r>
            <a:r>
              <a:rPr lang="en-US" sz="500" dirty="0" err="1"/>
              <a:t>Infrastruktur</a:t>
            </a:r>
            <a:r>
              <a:rPr lang="en-US" sz="500" dirty="0"/>
              <a:t> </a:t>
            </a:r>
            <a:r>
              <a:rPr lang="en-US" sz="500" dirty="0" err="1"/>
              <a:t>fehlt</a:t>
            </a:r>
            <a:r>
              <a:rPr lang="en-US" sz="500" dirty="0"/>
              <a:t> </a:t>
            </a:r>
            <a:r>
              <a:rPr lang="en-US" sz="500" dirty="0" err="1"/>
              <a:t>oder</a:t>
            </a:r>
            <a:r>
              <a:rPr lang="en-US" sz="500" dirty="0"/>
              <a:t> Kosten </a:t>
            </a:r>
            <a:r>
              <a:rPr lang="en-US" sz="500" dirty="0" err="1"/>
              <a:t>entstehen</a:t>
            </a:r>
            <a:r>
              <a:rPr lang="en-US" sz="500" dirty="0"/>
              <a:t>. </a:t>
            </a:r>
            <a:r>
              <a:rPr lang="en-US" sz="500" dirty="0">
                <a:hlinkClick r:id="rId3"/>
              </a:rPr>
              <a:t>landwirtschaft.de</a:t>
            </a:r>
            <a:endParaRPr lang="en-US" sz="500" dirty="0"/>
          </a:p>
          <a:p>
            <a:pPr>
              <a:buNone/>
            </a:pPr>
            <a:r>
              <a:rPr lang="en-US" sz="500" b="1" dirty="0"/>
              <a:t>Das </a:t>
            </a:r>
            <a:r>
              <a:rPr lang="en-US" sz="500" b="1" dirty="0" err="1"/>
              <a:t>ist</a:t>
            </a:r>
            <a:r>
              <a:rPr lang="en-US" sz="500" b="1" dirty="0"/>
              <a:t> </a:t>
            </a:r>
            <a:r>
              <a:rPr lang="en-US" sz="500" b="1" dirty="0" err="1"/>
              <a:t>perfekt</a:t>
            </a:r>
            <a:r>
              <a:rPr lang="en-US" sz="500" b="1" dirty="0"/>
              <a:t> für </a:t>
            </a:r>
            <a:r>
              <a:rPr lang="en-US" sz="500" b="1" dirty="0" err="1"/>
              <a:t>LocalBite</a:t>
            </a:r>
            <a:r>
              <a:rPr lang="en-US" sz="500" b="1" dirty="0"/>
              <a:t>:</a:t>
            </a:r>
            <a:endParaRPr lang="en-US" sz="500" dirty="0"/>
          </a:p>
          <a:p>
            <a:pPr>
              <a:buNone/>
            </a:pPr>
            <a:r>
              <a:rPr lang="en-US" sz="500" dirty="0"/>
              <a:t>Landwirt hat Ware</a:t>
            </a:r>
            <a:br>
              <a:rPr lang="en-US" sz="500" dirty="0"/>
            </a:br>
            <a:r>
              <a:rPr lang="en-US" sz="500" dirty="0"/>
              <a:t>↓</a:t>
            </a:r>
            <a:br>
              <a:rPr lang="en-US" sz="500" dirty="0"/>
            </a:br>
            <a:r>
              <a:rPr lang="en-US" sz="500" dirty="0" err="1"/>
              <a:t>klassischer</a:t>
            </a:r>
            <a:r>
              <a:rPr lang="en-US" sz="500" dirty="0"/>
              <a:t> Abnehmer </a:t>
            </a:r>
            <a:r>
              <a:rPr lang="en-US" sz="500" dirty="0" err="1"/>
              <a:t>nimmt</a:t>
            </a:r>
            <a:r>
              <a:rPr lang="en-US" sz="500" dirty="0"/>
              <a:t> </a:t>
            </a:r>
            <a:r>
              <a:rPr lang="en-US" sz="500" dirty="0" err="1"/>
              <a:t>sie</a:t>
            </a:r>
            <a:r>
              <a:rPr lang="en-US" sz="500" dirty="0"/>
              <a:t> nicht / </a:t>
            </a:r>
            <a:r>
              <a:rPr lang="en-US" sz="500" dirty="0" err="1"/>
              <a:t>Überschuss</a:t>
            </a:r>
            <a:r>
              <a:rPr lang="en-US" sz="500" dirty="0"/>
              <a:t> </a:t>
            </a:r>
            <a:r>
              <a:rPr lang="en-US" sz="500" dirty="0" err="1"/>
              <a:t>vorhanden</a:t>
            </a:r>
            <a:br>
              <a:rPr lang="en-US" sz="500" dirty="0"/>
            </a:br>
            <a:r>
              <a:rPr lang="en-US" sz="500" dirty="0"/>
              <a:t>↓</a:t>
            </a:r>
            <a:br>
              <a:rPr lang="en-US" sz="500" dirty="0"/>
            </a:br>
            <a:r>
              <a:rPr lang="en-US" sz="500" b="1" dirty="0" err="1"/>
              <a:t>LocalBite</a:t>
            </a:r>
            <a:r>
              <a:rPr lang="en-US" sz="500" b="1" dirty="0"/>
              <a:t> </a:t>
            </a:r>
            <a:r>
              <a:rPr lang="en-US" sz="500" b="1" dirty="0" err="1"/>
              <a:t>bietet</a:t>
            </a:r>
            <a:r>
              <a:rPr lang="en-US" sz="500" b="1" dirty="0"/>
              <a:t> </a:t>
            </a:r>
            <a:r>
              <a:rPr lang="en-US" sz="500" b="1" dirty="0" err="1"/>
              <a:t>zusätzlichen</a:t>
            </a:r>
            <a:r>
              <a:rPr lang="en-US" sz="500" b="1" dirty="0"/>
              <a:t> </a:t>
            </a:r>
            <a:r>
              <a:rPr lang="en-US" sz="500" b="1" dirty="0" err="1"/>
              <a:t>Absatzkanal</a:t>
            </a:r>
            <a:br>
              <a:rPr lang="en-US" sz="500" dirty="0"/>
            </a:br>
            <a:r>
              <a:rPr lang="en-US" sz="500" dirty="0"/>
              <a:t>↓</a:t>
            </a:r>
            <a:br>
              <a:rPr lang="en-US" sz="500" dirty="0"/>
            </a:br>
            <a:r>
              <a:rPr lang="en-US" sz="500" dirty="0"/>
              <a:t>Kunde </a:t>
            </a:r>
            <a:r>
              <a:rPr lang="en-US" sz="500" dirty="0" err="1"/>
              <a:t>bekommt</a:t>
            </a:r>
            <a:r>
              <a:rPr lang="en-US" sz="500" dirty="0"/>
              <a:t> </a:t>
            </a:r>
            <a:r>
              <a:rPr lang="en-US" sz="500" dirty="0" err="1"/>
              <a:t>trotzdem</a:t>
            </a:r>
            <a:r>
              <a:rPr lang="en-US" sz="500" dirty="0"/>
              <a:t> </a:t>
            </a:r>
            <a:r>
              <a:rPr lang="en-US" sz="500" dirty="0" err="1"/>
              <a:t>einwandfreie</a:t>
            </a:r>
            <a:r>
              <a:rPr lang="en-US" sz="500" dirty="0"/>
              <a:t> </a:t>
            </a:r>
            <a:r>
              <a:rPr lang="en-US" sz="500" dirty="0" err="1"/>
              <a:t>regionale</a:t>
            </a:r>
            <a:r>
              <a:rPr lang="en-US" sz="500" dirty="0"/>
              <a:t> </a:t>
            </a:r>
            <a:r>
              <a:rPr lang="en-US" sz="500" dirty="0" err="1"/>
              <a:t>Lebensmittel</a:t>
            </a:r>
            <a:r>
              <a:rPr lang="en-US" sz="500" dirty="0"/>
              <a:t>.</a:t>
            </a:r>
          </a:p>
          <a:p>
            <a:pPr>
              <a:buNone/>
            </a:pPr>
            <a:br>
              <a:rPr lang="en-US" sz="500" dirty="0"/>
            </a:br>
            <a:endParaRPr lang="en-US" sz="500" dirty="0"/>
          </a:p>
          <a:p>
            <a:pPr>
              <a:buNone/>
            </a:pPr>
            <a:r>
              <a:rPr lang="en-US" sz="500" b="1" dirty="0"/>
              <a:t>Dein Schlussbild </a:t>
            </a:r>
            <a:r>
              <a:rPr lang="en-US" sz="500" b="1" dirty="0" err="1"/>
              <a:t>könnte</a:t>
            </a:r>
            <a:r>
              <a:rPr lang="en-US" sz="500" b="1" dirty="0"/>
              <a:t> </a:t>
            </a:r>
            <a:r>
              <a:rPr lang="en-US" sz="500" b="1" dirty="0" err="1"/>
              <a:t>dann</a:t>
            </a:r>
            <a:r>
              <a:rPr lang="en-US" sz="500" b="1" dirty="0"/>
              <a:t> </a:t>
            </a:r>
            <a:r>
              <a:rPr lang="en-US" sz="500" b="1" dirty="0" err="1"/>
              <a:t>richtig</a:t>
            </a:r>
            <a:r>
              <a:rPr lang="en-US" sz="500" b="1" dirty="0"/>
              <a:t> gut sein</a:t>
            </a:r>
          </a:p>
          <a:p>
            <a:pPr>
              <a:buNone/>
            </a:pPr>
            <a:r>
              <a:rPr lang="en-US" sz="500" dirty="0"/>
              <a:t>In der Mitte:</a:t>
            </a:r>
          </a:p>
          <a:p>
            <a:pPr>
              <a:buNone/>
            </a:pPr>
            <a:r>
              <a:rPr lang="en-US" sz="500" b="1" dirty="0" err="1"/>
              <a:t>LocalBite</a:t>
            </a:r>
            <a:endParaRPr lang="en-US" sz="500" dirty="0"/>
          </a:p>
          <a:p>
            <a:pPr>
              <a:buNone/>
            </a:pPr>
            <a:r>
              <a:rPr lang="en-US" sz="500" dirty="0" err="1"/>
              <a:t>Drumherum</a:t>
            </a:r>
            <a:r>
              <a:rPr lang="en-US" sz="500" dirty="0"/>
              <a:t>:</a:t>
            </a:r>
          </a:p>
          <a:p>
            <a:pPr>
              <a:buNone/>
            </a:pPr>
            <a:r>
              <a:rPr lang="en-US" sz="500" b="1" dirty="0"/>
              <a:t>👨‍🌾 Landwirt</a:t>
            </a:r>
            <a:br>
              <a:rPr lang="en-US" sz="500" dirty="0"/>
            </a:br>
            <a:r>
              <a:rPr lang="en-US" sz="500" dirty="0"/>
              <a:t>→ </a:t>
            </a:r>
            <a:r>
              <a:rPr lang="en-US" sz="500" dirty="0" err="1"/>
              <a:t>Absatz</a:t>
            </a:r>
            <a:r>
              <a:rPr lang="en-US" sz="500" dirty="0"/>
              <a:t>, </a:t>
            </a:r>
            <a:r>
              <a:rPr lang="en-US" sz="500" dirty="0" err="1"/>
              <a:t>Sichtbarkeit</a:t>
            </a:r>
            <a:r>
              <a:rPr lang="en-US" sz="500" dirty="0"/>
              <a:t>, </a:t>
            </a:r>
            <a:r>
              <a:rPr lang="en-US" sz="500" dirty="0" err="1"/>
              <a:t>Planung</a:t>
            </a:r>
            <a:endParaRPr lang="en-US" sz="500" dirty="0"/>
          </a:p>
          <a:p>
            <a:pPr>
              <a:buNone/>
            </a:pPr>
            <a:r>
              <a:rPr lang="en-US" sz="500" b="1" dirty="0"/>
              <a:t>👤 Kunde</a:t>
            </a:r>
            <a:br>
              <a:rPr lang="en-US" sz="500" dirty="0"/>
            </a:br>
            <a:r>
              <a:rPr lang="en-US" sz="500" dirty="0"/>
              <a:t>→ regional, </a:t>
            </a:r>
            <a:r>
              <a:rPr lang="en-US" sz="500" dirty="0" err="1"/>
              <a:t>bequem</a:t>
            </a:r>
            <a:r>
              <a:rPr lang="en-US" sz="500" dirty="0"/>
              <a:t>, transparent</a:t>
            </a:r>
          </a:p>
          <a:p>
            <a:pPr>
              <a:buNone/>
            </a:pPr>
            <a:r>
              <a:rPr lang="en-US" sz="500" b="1" dirty="0"/>
              <a:t>🚚 Logistik</a:t>
            </a:r>
            <a:br>
              <a:rPr lang="en-US" sz="500" dirty="0"/>
            </a:br>
            <a:r>
              <a:rPr lang="en-US" sz="500" dirty="0"/>
              <a:t>→ </a:t>
            </a:r>
            <a:r>
              <a:rPr lang="en-US" sz="500" dirty="0" err="1"/>
              <a:t>gebündelte</a:t>
            </a:r>
            <a:r>
              <a:rPr lang="en-US" sz="500" dirty="0"/>
              <a:t> </a:t>
            </a:r>
            <a:r>
              <a:rPr lang="en-US" sz="500" dirty="0" err="1"/>
              <a:t>effiziente</a:t>
            </a:r>
            <a:r>
              <a:rPr lang="en-US" sz="500" dirty="0"/>
              <a:t> </a:t>
            </a:r>
            <a:r>
              <a:rPr lang="en-US" sz="500" dirty="0" err="1"/>
              <a:t>Touren</a:t>
            </a:r>
            <a:endParaRPr lang="en-US" sz="500" dirty="0"/>
          </a:p>
          <a:p>
            <a:pPr>
              <a:buNone/>
            </a:pPr>
            <a:r>
              <a:rPr lang="en-US" sz="500" b="1" dirty="0"/>
              <a:t>🏘 Region</a:t>
            </a:r>
            <a:br>
              <a:rPr lang="en-US" sz="500" dirty="0"/>
            </a:br>
            <a:r>
              <a:rPr lang="en-US" sz="500" dirty="0"/>
              <a:t>→ </a:t>
            </a:r>
            <a:r>
              <a:rPr lang="en-US" sz="500" dirty="0" err="1"/>
              <a:t>regionale</a:t>
            </a:r>
            <a:r>
              <a:rPr lang="en-US" sz="500" dirty="0"/>
              <a:t> </a:t>
            </a:r>
            <a:r>
              <a:rPr lang="en-US" sz="500" dirty="0" err="1"/>
              <a:t>Wertschöpfung</a:t>
            </a:r>
            <a:endParaRPr lang="en-US" sz="500" dirty="0"/>
          </a:p>
          <a:p>
            <a:pPr>
              <a:buNone/>
            </a:pPr>
            <a:r>
              <a:rPr lang="en-US" sz="500" b="1" dirty="0"/>
              <a:t>🌱 Umwelt</a:t>
            </a:r>
            <a:br>
              <a:rPr lang="en-US" sz="500" dirty="0"/>
            </a:br>
            <a:r>
              <a:rPr lang="en-US" sz="500" dirty="0"/>
              <a:t>→ </a:t>
            </a:r>
            <a:r>
              <a:rPr lang="en-US" sz="500" dirty="0" err="1"/>
              <a:t>weniger</a:t>
            </a:r>
            <a:r>
              <a:rPr lang="en-US" sz="500" dirty="0"/>
              <a:t> </a:t>
            </a:r>
            <a:r>
              <a:rPr lang="en-US" sz="500" dirty="0" err="1"/>
              <a:t>unnötige</a:t>
            </a:r>
            <a:r>
              <a:rPr lang="en-US" sz="500" dirty="0"/>
              <a:t> </a:t>
            </a:r>
            <a:r>
              <a:rPr lang="en-US" sz="500" dirty="0" err="1"/>
              <a:t>Lebensmittelverluste</a:t>
            </a:r>
            <a:r>
              <a:rPr lang="en-US" sz="500" dirty="0"/>
              <a:t> / </a:t>
            </a:r>
            <a:r>
              <a:rPr lang="en-US" sz="500" dirty="0" err="1"/>
              <a:t>kurze</a:t>
            </a:r>
            <a:r>
              <a:rPr lang="en-US" sz="500" dirty="0"/>
              <a:t> und </a:t>
            </a:r>
            <a:r>
              <a:rPr lang="en-US" sz="500" dirty="0" err="1"/>
              <a:t>gebündelte</a:t>
            </a:r>
            <a:r>
              <a:rPr lang="en-US" sz="500" dirty="0"/>
              <a:t> Wege</a:t>
            </a:r>
          </a:p>
          <a:p>
            <a:pPr>
              <a:buNone/>
            </a:pPr>
            <a:r>
              <a:rPr lang="en-US" sz="500" dirty="0"/>
              <a:t>Und </a:t>
            </a:r>
            <a:r>
              <a:rPr lang="en-US" sz="500" dirty="0" err="1"/>
              <a:t>dann</a:t>
            </a:r>
            <a:r>
              <a:rPr lang="en-US" sz="500" dirty="0"/>
              <a:t> </a:t>
            </a:r>
            <a:r>
              <a:rPr lang="en-US" sz="500" dirty="0" err="1"/>
              <a:t>als</a:t>
            </a:r>
            <a:r>
              <a:rPr lang="en-US" sz="500" dirty="0"/>
              <a:t> </a:t>
            </a:r>
            <a:r>
              <a:rPr lang="en-US" sz="500" dirty="0" err="1"/>
              <a:t>letzter</a:t>
            </a:r>
            <a:r>
              <a:rPr lang="en-US" sz="500" dirty="0"/>
              <a:t> Gedanke:</a:t>
            </a:r>
          </a:p>
          <a:p>
            <a:pPr>
              <a:buNone/>
            </a:pPr>
            <a:r>
              <a:rPr lang="en-US" sz="500" b="1" dirty="0" err="1"/>
              <a:t>Vom</a:t>
            </a:r>
            <a:r>
              <a:rPr lang="en-US" sz="500" b="1" dirty="0"/>
              <a:t> </a:t>
            </a:r>
            <a:r>
              <a:rPr lang="en-US" sz="500" b="1" dirty="0" err="1"/>
              <a:t>einzelnen</a:t>
            </a:r>
            <a:r>
              <a:rPr lang="en-US" sz="500" b="1" dirty="0"/>
              <a:t> </a:t>
            </a:r>
            <a:r>
              <a:rPr lang="en-US" sz="500" b="1" dirty="0" err="1"/>
              <a:t>Bauernhof</a:t>
            </a:r>
            <a:r>
              <a:rPr lang="en-US" sz="500" b="1" dirty="0"/>
              <a:t> </a:t>
            </a:r>
            <a:r>
              <a:rPr lang="en-US" sz="500" b="1" dirty="0" err="1"/>
              <a:t>zum</a:t>
            </a:r>
            <a:r>
              <a:rPr lang="en-US" sz="500" b="1" dirty="0"/>
              <a:t> </a:t>
            </a:r>
            <a:r>
              <a:rPr lang="en-US" sz="500" b="1" dirty="0" err="1"/>
              <a:t>regionalen</a:t>
            </a:r>
            <a:r>
              <a:rPr lang="en-US" sz="500" b="1" dirty="0"/>
              <a:t> </a:t>
            </a:r>
            <a:r>
              <a:rPr lang="en-US" sz="500" b="1" dirty="0" err="1"/>
              <a:t>Netzwerk</a:t>
            </a:r>
            <a:r>
              <a:rPr lang="en-US" sz="500" b="1" dirty="0"/>
              <a:t>.</a:t>
            </a:r>
            <a:endParaRPr lang="en-US" sz="500" dirty="0"/>
          </a:p>
          <a:p>
            <a:pPr>
              <a:buNone/>
            </a:pPr>
            <a:r>
              <a:rPr lang="en-US" sz="500" dirty="0"/>
              <a:t>Das </a:t>
            </a:r>
            <a:r>
              <a:rPr lang="en-US" sz="500" dirty="0" err="1"/>
              <a:t>wäre</a:t>
            </a:r>
            <a:r>
              <a:rPr lang="en-US" sz="500" dirty="0"/>
              <a:t> für </a:t>
            </a:r>
            <a:r>
              <a:rPr lang="en-US" sz="500" dirty="0" err="1"/>
              <a:t>deine</a:t>
            </a:r>
            <a:r>
              <a:rPr lang="en-US" sz="500" dirty="0"/>
              <a:t> </a:t>
            </a:r>
            <a:r>
              <a:rPr lang="en-US" sz="500" dirty="0" err="1"/>
              <a:t>Präsentation</a:t>
            </a:r>
            <a:r>
              <a:rPr lang="en-US" sz="500" dirty="0"/>
              <a:t> </a:t>
            </a:r>
            <a:r>
              <a:rPr lang="en-US" sz="500" dirty="0" err="1"/>
              <a:t>wahrscheinlich</a:t>
            </a:r>
            <a:r>
              <a:rPr lang="en-US" sz="500" dirty="0"/>
              <a:t> </a:t>
            </a:r>
            <a:r>
              <a:rPr lang="en-US" sz="500" dirty="0" err="1"/>
              <a:t>sogar</a:t>
            </a:r>
            <a:r>
              <a:rPr lang="en-US" sz="500" dirty="0"/>
              <a:t> </a:t>
            </a:r>
            <a:r>
              <a:rPr lang="en-US" sz="500" dirty="0" err="1"/>
              <a:t>ein</a:t>
            </a:r>
            <a:r>
              <a:rPr lang="en-US" sz="500" dirty="0"/>
              <a:t> </a:t>
            </a:r>
            <a:r>
              <a:rPr lang="en-US" sz="500" dirty="0" err="1"/>
              <a:t>sehr</a:t>
            </a:r>
            <a:r>
              <a:rPr lang="en-US" sz="500" dirty="0"/>
              <a:t> </a:t>
            </a:r>
            <a:r>
              <a:rPr lang="en-US" sz="500" dirty="0" err="1"/>
              <a:t>guter</a:t>
            </a:r>
            <a:r>
              <a:rPr lang="en-US" sz="500" dirty="0"/>
              <a:t> </a:t>
            </a:r>
            <a:r>
              <a:rPr lang="en-US" sz="500" dirty="0" err="1"/>
              <a:t>visueller</a:t>
            </a:r>
            <a:r>
              <a:rPr lang="en-US" sz="500" dirty="0"/>
              <a:t> </a:t>
            </a:r>
            <a:r>
              <a:rPr lang="en-US" sz="500" dirty="0" err="1"/>
              <a:t>Abschluss</a:t>
            </a:r>
            <a:r>
              <a:rPr lang="en-US" sz="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4809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9032655-EC6F-A80D-BCCE-AFFC43968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7617AE-2D9B-4B24-678A-562711BB1492}"/>
              </a:ext>
            </a:extLst>
          </p:cNvPr>
          <p:cNvSpPr txBox="1"/>
          <p:nvPr/>
        </p:nvSpPr>
        <p:spPr>
          <a:xfrm>
            <a:off x="422644" y="518255"/>
            <a:ext cx="609777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Ja — und ich </a:t>
            </a:r>
            <a:r>
              <a:rPr lang="en-US" sz="800" dirty="0" err="1"/>
              <a:t>würde</a:t>
            </a:r>
            <a:r>
              <a:rPr lang="en-US" sz="800" dirty="0"/>
              <a:t> </a:t>
            </a:r>
            <a:r>
              <a:rPr lang="en-US" sz="800" b="1" dirty="0" err="1"/>
              <a:t>Nachhaltigkeit</a:t>
            </a:r>
            <a:r>
              <a:rPr lang="en-US" sz="800" b="1" dirty="0"/>
              <a:t> nicht </a:t>
            </a:r>
            <a:r>
              <a:rPr lang="en-US" sz="800" b="1" dirty="0" err="1"/>
              <a:t>einfach</a:t>
            </a:r>
            <a:r>
              <a:rPr lang="en-US" sz="800" b="1" dirty="0"/>
              <a:t> </a:t>
            </a:r>
            <a:r>
              <a:rPr lang="en-US" sz="800" b="1" dirty="0" err="1"/>
              <a:t>mit</a:t>
            </a:r>
            <a:r>
              <a:rPr lang="en-US" sz="800" b="1" dirty="0"/>
              <a:t> „</a:t>
            </a:r>
            <a:r>
              <a:rPr lang="en-US" sz="800" b="1" dirty="0" err="1"/>
              <a:t>wir</a:t>
            </a:r>
            <a:r>
              <a:rPr lang="en-US" sz="800" b="1" dirty="0"/>
              <a:t> </a:t>
            </a:r>
            <a:r>
              <a:rPr lang="en-US" sz="800" b="1" dirty="0" err="1"/>
              <a:t>benutzen</a:t>
            </a:r>
            <a:r>
              <a:rPr lang="en-US" sz="800" b="1" dirty="0"/>
              <a:t> </a:t>
            </a:r>
            <a:r>
              <a:rPr lang="en-US" sz="800" b="1" dirty="0" err="1"/>
              <a:t>Elektroautos</a:t>
            </a:r>
            <a:r>
              <a:rPr lang="en-US" sz="800" b="1" dirty="0"/>
              <a:t>“ </a:t>
            </a:r>
            <a:r>
              <a:rPr lang="en-US" sz="800" b="1" dirty="0" err="1"/>
              <a:t>gleichsetzen</a:t>
            </a:r>
            <a:r>
              <a:rPr lang="en-US" sz="800" dirty="0"/>
              <a:t>. Das </a:t>
            </a:r>
            <a:r>
              <a:rPr lang="en-US" sz="800" dirty="0" err="1"/>
              <a:t>wäre</a:t>
            </a:r>
            <a:r>
              <a:rPr lang="en-US" sz="800" dirty="0"/>
              <a:t> </a:t>
            </a:r>
            <a:r>
              <a:rPr lang="en-US" sz="800" dirty="0" err="1"/>
              <a:t>zu</a:t>
            </a:r>
            <a:r>
              <a:rPr lang="en-US" sz="800" dirty="0"/>
              <a:t> </a:t>
            </a:r>
            <a:r>
              <a:rPr lang="en-US" sz="800" dirty="0" err="1"/>
              <a:t>oberflächlich</a:t>
            </a:r>
            <a:r>
              <a:rPr lang="en-US" sz="800" dirty="0"/>
              <a:t>.</a:t>
            </a:r>
          </a:p>
          <a:p>
            <a:r>
              <a:rPr lang="en-US" sz="800" dirty="0"/>
              <a:t>Für </a:t>
            </a:r>
            <a:r>
              <a:rPr lang="en-US" sz="800" dirty="0" err="1"/>
              <a:t>LocalBite</a:t>
            </a:r>
            <a:r>
              <a:rPr lang="en-US" sz="800" dirty="0"/>
              <a:t> </a:t>
            </a:r>
            <a:r>
              <a:rPr lang="en-US" sz="800" dirty="0" err="1"/>
              <a:t>könntest</a:t>
            </a:r>
            <a:r>
              <a:rPr lang="en-US" sz="800" dirty="0"/>
              <a:t> du </a:t>
            </a:r>
            <a:r>
              <a:rPr lang="en-US" sz="800" b="1" dirty="0" err="1"/>
              <a:t>Nachhaltigkeit</a:t>
            </a:r>
            <a:r>
              <a:rPr lang="en-US" sz="800" b="1" dirty="0"/>
              <a:t> + Innovation</a:t>
            </a:r>
            <a:r>
              <a:rPr lang="en-US" sz="800" dirty="0"/>
              <a:t> so </a:t>
            </a:r>
            <a:r>
              <a:rPr lang="en-US" sz="800" dirty="0" err="1"/>
              <a:t>zusammenfassen</a:t>
            </a:r>
            <a:r>
              <a:rPr lang="en-US" sz="800" dirty="0"/>
              <a:t>:</a:t>
            </a:r>
          </a:p>
          <a:p>
            <a:pPr lvl="0"/>
            <a:r>
              <a:rPr lang="en-US" sz="800" b="1" dirty="0" err="1"/>
              <a:t>Bestellungen</a:t>
            </a:r>
            <a:r>
              <a:rPr lang="en-US" sz="800" b="1" dirty="0"/>
              <a:t> </a:t>
            </a:r>
            <a:r>
              <a:rPr lang="en-US" sz="800" b="1" dirty="0" err="1"/>
              <a:t>bündeln</a:t>
            </a:r>
            <a:r>
              <a:rPr lang="en-US" sz="800" dirty="0"/>
              <a:t> → </a:t>
            </a:r>
            <a:r>
              <a:rPr lang="en-US" sz="800" dirty="0" err="1"/>
              <a:t>weniger</a:t>
            </a:r>
            <a:r>
              <a:rPr lang="en-US" sz="800" dirty="0"/>
              <a:t> </a:t>
            </a:r>
            <a:r>
              <a:rPr lang="en-US" sz="800" dirty="0" err="1"/>
              <a:t>einzelne</a:t>
            </a:r>
            <a:r>
              <a:rPr lang="en-US" sz="800" dirty="0"/>
              <a:t> </a:t>
            </a:r>
            <a:r>
              <a:rPr lang="en-US" sz="800" dirty="0" err="1"/>
              <a:t>Fahrten</a:t>
            </a:r>
            <a:endParaRPr lang="en-US" sz="800" dirty="0"/>
          </a:p>
          <a:p>
            <a:pPr lvl="0"/>
            <a:r>
              <a:rPr lang="en-US" sz="800" b="1" dirty="0" err="1"/>
              <a:t>Touren</a:t>
            </a:r>
            <a:r>
              <a:rPr lang="en-US" sz="800" b="1" dirty="0"/>
              <a:t> intelligent </a:t>
            </a:r>
            <a:r>
              <a:rPr lang="en-US" sz="800" b="1" dirty="0" err="1"/>
              <a:t>planen</a:t>
            </a:r>
            <a:r>
              <a:rPr lang="en-US" sz="800" dirty="0"/>
              <a:t> → </a:t>
            </a:r>
            <a:r>
              <a:rPr lang="en-US" sz="800" dirty="0" err="1"/>
              <a:t>weniger</a:t>
            </a:r>
            <a:r>
              <a:rPr lang="en-US" sz="800" dirty="0"/>
              <a:t> Kilometer und </a:t>
            </a:r>
            <a:r>
              <a:rPr lang="en-US" sz="800" dirty="0" err="1"/>
              <a:t>Leerfahrten</a:t>
            </a:r>
            <a:endParaRPr lang="en-US" sz="800" dirty="0"/>
          </a:p>
          <a:p>
            <a:pPr lvl="0"/>
            <a:r>
              <a:rPr lang="en-US" sz="800" b="1" dirty="0"/>
              <a:t>E-</a:t>
            </a:r>
            <a:r>
              <a:rPr lang="en-US" sz="800" b="1" dirty="0" err="1"/>
              <a:t>Lieferwagen</a:t>
            </a:r>
            <a:r>
              <a:rPr lang="en-US" sz="800" dirty="0"/>
              <a:t>, </a:t>
            </a:r>
            <a:r>
              <a:rPr lang="en-US" sz="800" dirty="0" err="1"/>
              <a:t>möglichst</a:t>
            </a:r>
            <a:r>
              <a:rPr lang="en-US" sz="800" dirty="0"/>
              <a:t> </a:t>
            </a:r>
            <a:r>
              <a:rPr lang="en-US" sz="800" dirty="0" err="1"/>
              <a:t>mit</a:t>
            </a:r>
            <a:r>
              <a:rPr lang="en-US" sz="800" dirty="0"/>
              <a:t> </a:t>
            </a:r>
            <a:r>
              <a:rPr lang="en-US" sz="800" dirty="0" err="1"/>
              <a:t>erneuerbarem</a:t>
            </a:r>
            <a:r>
              <a:rPr lang="en-US" sz="800" dirty="0"/>
              <a:t> Strom</a:t>
            </a:r>
          </a:p>
          <a:p>
            <a:pPr lvl="0"/>
            <a:r>
              <a:rPr lang="en-US" sz="800" dirty="0"/>
              <a:t>in </a:t>
            </a:r>
            <a:r>
              <a:rPr lang="en-US" sz="800" dirty="0" err="1"/>
              <a:t>Städten</a:t>
            </a:r>
            <a:r>
              <a:rPr lang="en-US" sz="800" dirty="0"/>
              <a:t> </a:t>
            </a:r>
            <a:r>
              <a:rPr lang="en-US" sz="800" dirty="0" err="1"/>
              <a:t>eventuell</a:t>
            </a:r>
            <a:r>
              <a:rPr lang="en-US" sz="800" dirty="0"/>
              <a:t> </a:t>
            </a:r>
            <a:r>
              <a:rPr lang="en-US" sz="800" b="1" dirty="0"/>
              <a:t>E-</a:t>
            </a:r>
            <a:r>
              <a:rPr lang="en-US" sz="800" b="1" dirty="0" err="1"/>
              <a:t>Lastenräder</a:t>
            </a:r>
            <a:r>
              <a:rPr lang="en-US" sz="800" b="1" dirty="0"/>
              <a:t> / </a:t>
            </a:r>
            <a:r>
              <a:rPr lang="en-US" sz="800" b="1" dirty="0" err="1"/>
              <a:t>kleine</a:t>
            </a:r>
            <a:r>
              <a:rPr lang="en-US" sz="800" b="1" dirty="0"/>
              <a:t> E-</a:t>
            </a:r>
            <a:r>
              <a:rPr lang="en-US" sz="800" b="1" dirty="0" err="1"/>
              <a:t>Fahrzeuge</a:t>
            </a:r>
            <a:r>
              <a:rPr lang="en-US" sz="800" dirty="0"/>
              <a:t> für die </a:t>
            </a:r>
            <a:r>
              <a:rPr lang="en-US" sz="800" dirty="0" err="1"/>
              <a:t>letzte</a:t>
            </a:r>
            <a:r>
              <a:rPr lang="en-US" sz="800" dirty="0"/>
              <a:t> Meile</a:t>
            </a:r>
          </a:p>
          <a:p>
            <a:pPr lvl="0"/>
            <a:r>
              <a:rPr lang="en-US" sz="800" b="1" dirty="0" err="1"/>
              <a:t>regionale</a:t>
            </a:r>
            <a:r>
              <a:rPr lang="en-US" sz="800" b="1" dirty="0"/>
              <a:t> Hubs</a:t>
            </a:r>
            <a:r>
              <a:rPr lang="en-US" sz="800" dirty="0"/>
              <a:t> </a:t>
            </a:r>
            <a:r>
              <a:rPr lang="en-US" sz="800" dirty="0" err="1"/>
              <a:t>statt</a:t>
            </a:r>
            <a:r>
              <a:rPr lang="en-US" sz="800" dirty="0"/>
              <a:t> </a:t>
            </a:r>
            <a:r>
              <a:rPr lang="en-US" sz="800" dirty="0" err="1"/>
              <a:t>unnötig</a:t>
            </a:r>
            <a:r>
              <a:rPr lang="en-US" sz="800" dirty="0"/>
              <a:t> </a:t>
            </a:r>
            <a:r>
              <a:rPr lang="en-US" sz="800" dirty="0" err="1"/>
              <a:t>langer</a:t>
            </a:r>
            <a:r>
              <a:rPr lang="en-US" sz="800" dirty="0"/>
              <a:t> </a:t>
            </a:r>
            <a:r>
              <a:rPr lang="en-US" sz="800" dirty="0" err="1"/>
              <a:t>Einzelstrecken</a:t>
            </a:r>
            <a:endParaRPr lang="en-US" sz="800" dirty="0"/>
          </a:p>
          <a:p>
            <a:pPr lvl="0"/>
            <a:r>
              <a:rPr lang="en-US" sz="800" b="1" dirty="0" err="1"/>
              <a:t>Mehrwegboxen</a:t>
            </a:r>
            <a:r>
              <a:rPr lang="en-US" sz="800" b="1" dirty="0"/>
              <a:t> + </a:t>
            </a:r>
            <a:r>
              <a:rPr lang="en-US" sz="800" b="1" dirty="0" err="1"/>
              <a:t>Pfandsystem</a:t>
            </a:r>
            <a:r>
              <a:rPr lang="en-US" sz="800" dirty="0"/>
              <a:t> </a:t>
            </a:r>
            <a:r>
              <a:rPr lang="en-US" sz="800" dirty="0" err="1"/>
              <a:t>statt</a:t>
            </a:r>
            <a:r>
              <a:rPr lang="en-US" sz="800" dirty="0"/>
              <a:t> </a:t>
            </a:r>
            <a:r>
              <a:rPr lang="en-US" sz="800" dirty="0" err="1"/>
              <a:t>Einwegverpackungen</a:t>
            </a:r>
            <a:endParaRPr lang="en-US" sz="800" dirty="0"/>
          </a:p>
          <a:p>
            <a:pPr lvl="0"/>
            <a:r>
              <a:rPr lang="en-US" sz="800" b="1" dirty="0" err="1"/>
              <a:t>Überschüsse</a:t>
            </a:r>
            <a:r>
              <a:rPr lang="en-US" sz="800" b="1" dirty="0"/>
              <a:t> </a:t>
            </a:r>
            <a:r>
              <a:rPr lang="en-US" sz="800" b="1" dirty="0" err="1"/>
              <a:t>zwischen</a:t>
            </a:r>
            <a:r>
              <a:rPr lang="en-US" sz="800" b="1" dirty="0"/>
              <a:t> </a:t>
            </a:r>
            <a:r>
              <a:rPr lang="en-US" sz="800" b="1" dirty="0" err="1"/>
              <a:t>Regionen</a:t>
            </a:r>
            <a:r>
              <a:rPr lang="en-US" sz="800" b="1" dirty="0"/>
              <a:t> </a:t>
            </a:r>
            <a:r>
              <a:rPr lang="en-US" sz="800" b="1" dirty="0" err="1"/>
              <a:t>vermitteln</a:t>
            </a:r>
            <a:r>
              <a:rPr lang="en-US" sz="800" dirty="0"/>
              <a:t> → </a:t>
            </a:r>
            <a:r>
              <a:rPr lang="en-US" sz="800" dirty="0" err="1"/>
              <a:t>weniger</a:t>
            </a:r>
            <a:r>
              <a:rPr lang="en-US" sz="800" dirty="0"/>
              <a:t> </a:t>
            </a:r>
            <a:r>
              <a:rPr lang="en-US" sz="800" dirty="0" err="1"/>
              <a:t>Lebensmittelverluste</a:t>
            </a:r>
            <a:endParaRPr lang="en-US" sz="800" dirty="0"/>
          </a:p>
          <a:p>
            <a:pPr lvl="0"/>
            <a:r>
              <a:rPr lang="en-US" sz="800" b="1" dirty="0" err="1"/>
              <a:t>Nachfrage</a:t>
            </a:r>
            <a:r>
              <a:rPr lang="en-US" sz="800" b="1" dirty="0"/>
              <a:t> </a:t>
            </a:r>
            <a:r>
              <a:rPr lang="en-US" sz="800" b="1" dirty="0" err="1"/>
              <a:t>prognostizieren</a:t>
            </a:r>
            <a:r>
              <a:rPr lang="en-US" sz="800" dirty="0"/>
              <a:t> → </a:t>
            </a:r>
            <a:r>
              <a:rPr lang="en-US" sz="800" dirty="0" err="1"/>
              <a:t>Landwirte</a:t>
            </a:r>
            <a:r>
              <a:rPr lang="en-US" sz="800" dirty="0"/>
              <a:t> </a:t>
            </a:r>
            <a:r>
              <a:rPr lang="en-US" sz="800" dirty="0" err="1"/>
              <a:t>können</a:t>
            </a:r>
            <a:r>
              <a:rPr lang="en-US" sz="800" dirty="0"/>
              <a:t> Mengen </a:t>
            </a:r>
            <a:r>
              <a:rPr lang="en-US" sz="800" dirty="0" err="1"/>
              <a:t>besser</a:t>
            </a:r>
            <a:r>
              <a:rPr lang="en-US" sz="800" dirty="0"/>
              <a:t> </a:t>
            </a:r>
            <a:r>
              <a:rPr lang="en-US" sz="800" dirty="0" err="1"/>
              <a:t>planen</a:t>
            </a:r>
            <a:endParaRPr lang="en-US" sz="800" dirty="0"/>
          </a:p>
          <a:p>
            <a:pPr lvl="0"/>
            <a:r>
              <a:rPr lang="en-US" sz="800" dirty="0"/>
              <a:t>Waren </a:t>
            </a:r>
            <a:r>
              <a:rPr lang="en-US" sz="800" dirty="0" err="1"/>
              <a:t>nur</a:t>
            </a:r>
            <a:r>
              <a:rPr lang="en-US" sz="800" dirty="0"/>
              <a:t> </a:t>
            </a:r>
            <a:r>
              <a:rPr lang="en-US" sz="800" dirty="0" err="1"/>
              <a:t>zwischen</a:t>
            </a:r>
            <a:r>
              <a:rPr lang="en-US" sz="800" dirty="0"/>
              <a:t> </a:t>
            </a:r>
            <a:r>
              <a:rPr lang="en-US" sz="800" dirty="0" err="1"/>
              <a:t>Regionen</a:t>
            </a:r>
            <a:r>
              <a:rPr lang="en-US" sz="800" dirty="0"/>
              <a:t> </a:t>
            </a:r>
            <a:r>
              <a:rPr lang="en-US" sz="800" dirty="0" err="1"/>
              <a:t>verschieben</a:t>
            </a:r>
            <a:r>
              <a:rPr lang="en-US" sz="800" dirty="0"/>
              <a:t>, </a:t>
            </a:r>
            <a:r>
              <a:rPr lang="en-US" sz="800" b="1" dirty="0" err="1"/>
              <a:t>wenn</a:t>
            </a:r>
            <a:r>
              <a:rPr lang="en-US" sz="800" b="1" dirty="0"/>
              <a:t> es </a:t>
            </a:r>
            <a:r>
              <a:rPr lang="en-US" sz="800" b="1" dirty="0" err="1"/>
              <a:t>logistisch</a:t>
            </a:r>
            <a:r>
              <a:rPr lang="en-US" sz="800" b="1" dirty="0"/>
              <a:t> </a:t>
            </a:r>
            <a:r>
              <a:rPr lang="en-US" sz="800" b="1" dirty="0" err="1"/>
              <a:t>wirklich</a:t>
            </a:r>
            <a:r>
              <a:rPr lang="en-US" sz="800" b="1" dirty="0"/>
              <a:t> </a:t>
            </a:r>
            <a:r>
              <a:rPr lang="en-US" sz="800" b="1" dirty="0" err="1"/>
              <a:t>sinnvoll</a:t>
            </a:r>
            <a:r>
              <a:rPr lang="en-US" sz="800" b="1" dirty="0"/>
              <a:t> </a:t>
            </a:r>
            <a:r>
              <a:rPr lang="en-US" sz="800" b="1" dirty="0" err="1"/>
              <a:t>ist</a:t>
            </a:r>
            <a:endParaRPr lang="en-US" sz="800" dirty="0"/>
          </a:p>
          <a:p>
            <a:r>
              <a:rPr lang="en-US" sz="800" dirty="0"/>
              <a:t>Und </a:t>
            </a:r>
            <a:r>
              <a:rPr lang="en-US" sz="800" dirty="0" err="1"/>
              <a:t>zu</a:t>
            </a:r>
            <a:r>
              <a:rPr lang="en-US" sz="800" dirty="0"/>
              <a:t> E-Autos: Sie </a:t>
            </a:r>
            <a:r>
              <a:rPr lang="en-US" sz="800" dirty="0" err="1"/>
              <a:t>sind</a:t>
            </a:r>
            <a:r>
              <a:rPr lang="en-US" sz="800" dirty="0"/>
              <a:t> </a:t>
            </a:r>
            <a:r>
              <a:rPr lang="en-US" sz="800" dirty="0" err="1"/>
              <a:t>natürlich</a:t>
            </a:r>
            <a:r>
              <a:rPr lang="en-US" sz="800" dirty="0"/>
              <a:t> nicht </a:t>
            </a:r>
            <a:r>
              <a:rPr lang="en-US" sz="800" dirty="0" err="1"/>
              <a:t>emissionsfrei</a:t>
            </a:r>
            <a:r>
              <a:rPr lang="en-US" sz="800" dirty="0"/>
              <a:t> – </a:t>
            </a:r>
            <a:r>
              <a:rPr lang="en-US" sz="800" dirty="0" err="1"/>
              <a:t>Batterieproduktion</a:t>
            </a:r>
            <a:r>
              <a:rPr lang="en-US" sz="800" dirty="0"/>
              <a:t> und </a:t>
            </a:r>
            <a:r>
              <a:rPr lang="en-US" sz="800" dirty="0" err="1"/>
              <a:t>Rohstoffe</a:t>
            </a:r>
            <a:r>
              <a:rPr lang="en-US" sz="800" dirty="0"/>
              <a:t> </a:t>
            </a:r>
            <a:r>
              <a:rPr lang="en-US" sz="800" dirty="0" err="1"/>
              <a:t>belasten</a:t>
            </a:r>
            <a:r>
              <a:rPr lang="en-US" sz="800" dirty="0"/>
              <a:t> die Umwelt. </a:t>
            </a:r>
            <a:r>
              <a:rPr lang="en-US" sz="800" dirty="0" err="1"/>
              <a:t>Über</a:t>
            </a:r>
            <a:r>
              <a:rPr lang="en-US" sz="800" dirty="0"/>
              <a:t> den </a:t>
            </a:r>
            <a:r>
              <a:rPr lang="en-US" sz="800" dirty="0" err="1"/>
              <a:t>gesamten</a:t>
            </a:r>
            <a:r>
              <a:rPr lang="en-US" sz="800" dirty="0"/>
              <a:t> </a:t>
            </a:r>
            <a:r>
              <a:rPr lang="en-US" sz="800" dirty="0" err="1"/>
              <a:t>Lebenszyklus</a:t>
            </a:r>
            <a:r>
              <a:rPr lang="en-US" sz="800" dirty="0"/>
              <a:t> </a:t>
            </a:r>
            <a:r>
              <a:rPr lang="en-US" sz="800" dirty="0" err="1"/>
              <a:t>verursacht</a:t>
            </a:r>
            <a:r>
              <a:rPr lang="en-US" sz="800" dirty="0"/>
              <a:t> </a:t>
            </a:r>
            <a:r>
              <a:rPr lang="en-US" sz="800" dirty="0" err="1"/>
              <a:t>ein</a:t>
            </a:r>
            <a:r>
              <a:rPr lang="en-US" sz="800" dirty="0"/>
              <a:t> </a:t>
            </a:r>
            <a:r>
              <a:rPr lang="en-US" sz="800" dirty="0" err="1"/>
              <a:t>typisches</a:t>
            </a:r>
            <a:r>
              <a:rPr lang="en-US" sz="800" dirty="0"/>
              <a:t> E-</a:t>
            </a:r>
            <a:r>
              <a:rPr lang="en-US" sz="800" dirty="0" err="1"/>
              <a:t>Fahrzeug</a:t>
            </a:r>
            <a:r>
              <a:rPr lang="en-US" sz="800" dirty="0"/>
              <a:t> in Europa </a:t>
            </a:r>
            <a:r>
              <a:rPr lang="en-US" sz="800" dirty="0" err="1"/>
              <a:t>aber</a:t>
            </a:r>
            <a:r>
              <a:rPr lang="en-US" sz="800" dirty="0"/>
              <a:t> </a:t>
            </a:r>
            <a:r>
              <a:rPr lang="en-US" sz="800" dirty="0" err="1"/>
              <a:t>trotzdem</a:t>
            </a:r>
            <a:r>
              <a:rPr lang="en-US" sz="800" dirty="0"/>
              <a:t> </a:t>
            </a:r>
            <a:r>
              <a:rPr lang="en-US" sz="800" dirty="0" err="1"/>
              <a:t>weniger</a:t>
            </a:r>
            <a:r>
              <a:rPr lang="en-US" sz="800" dirty="0"/>
              <a:t> </a:t>
            </a:r>
            <a:r>
              <a:rPr lang="en-US" sz="800" dirty="0" err="1"/>
              <a:t>Treibhausgasemissionen</a:t>
            </a:r>
            <a:r>
              <a:rPr lang="en-US" sz="800" dirty="0"/>
              <a:t> </a:t>
            </a:r>
            <a:r>
              <a:rPr lang="en-US" sz="800" dirty="0" err="1"/>
              <a:t>als</a:t>
            </a:r>
            <a:r>
              <a:rPr lang="en-US" sz="800" dirty="0"/>
              <a:t> </a:t>
            </a:r>
            <a:r>
              <a:rPr lang="en-US" sz="800" dirty="0" err="1"/>
              <a:t>ein</a:t>
            </a:r>
            <a:r>
              <a:rPr lang="en-US" sz="800" dirty="0"/>
              <a:t> </a:t>
            </a:r>
            <a:r>
              <a:rPr lang="en-US" sz="800" dirty="0" err="1"/>
              <a:t>vergleichbares</a:t>
            </a:r>
            <a:r>
              <a:rPr lang="en-US" sz="800" dirty="0"/>
              <a:t> Benzin- </a:t>
            </a:r>
            <a:r>
              <a:rPr lang="en-US" sz="800" dirty="0" err="1"/>
              <a:t>oder</a:t>
            </a:r>
            <a:r>
              <a:rPr lang="en-US" sz="800" dirty="0"/>
              <a:t> </a:t>
            </a:r>
            <a:r>
              <a:rPr lang="en-US" sz="800" dirty="0" err="1"/>
              <a:t>Dieselfahrzeug</a:t>
            </a:r>
            <a:r>
              <a:rPr lang="en-US" sz="800" dirty="0"/>
              <a:t>. Die EEA </a:t>
            </a:r>
            <a:r>
              <a:rPr lang="en-US" sz="800" dirty="0" err="1"/>
              <a:t>betont</a:t>
            </a:r>
            <a:r>
              <a:rPr lang="en-US" sz="800" dirty="0"/>
              <a:t> </a:t>
            </a:r>
            <a:r>
              <a:rPr lang="en-US" sz="800" dirty="0" err="1"/>
              <a:t>gleichzeitig</a:t>
            </a:r>
            <a:r>
              <a:rPr lang="en-US" sz="800" dirty="0"/>
              <a:t>, </a:t>
            </a:r>
            <a:r>
              <a:rPr lang="en-US" sz="800" dirty="0" err="1"/>
              <a:t>dass</a:t>
            </a:r>
            <a:r>
              <a:rPr lang="en-US" sz="800" dirty="0"/>
              <a:t> </a:t>
            </a:r>
            <a:r>
              <a:rPr lang="en-US" sz="800" b="1" dirty="0"/>
              <a:t>E-Autos </a:t>
            </a:r>
            <a:r>
              <a:rPr lang="en-US" sz="800" b="1" dirty="0" err="1"/>
              <a:t>allein</a:t>
            </a:r>
            <a:r>
              <a:rPr lang="en-US" sz="800" b="1" dirty="0"/>
              <a:t> Verkehr nicht </a:t>
            </a:r>
            <a:r>
              <a:rPr lang="en-US" sz="800" b="1" dirty="0" err="1"/>
              <a:t>nachhaltig</a:t>
            </a:r>
            <a:r>
              <a:rPr lang="en-US" sz="800" b="1" dirty="0"/>
              <a:t> </a:t>
            </a:r>
            <a:r>
              <a:rPr lang="en-US" sz="800" b="1" dirty="0" err="1"/>
              <a:t>machen</a:t>
            </a:r>
            <a:r>
              <a:rPr lang="en-US" sz="800" dirty="0"/>
              <a:t>. </a:t>
            </a:r>
            <a:r>
              <a:rPr lang="en-US" sz="800" dirty="0">
                <a:hlinkClick r:id="rId2"/>
              </a:rPr>
              <a:t>European Environment Agency</a:t>
            </a:r>
            <a:endParaRPr lang="en-US" sz="800" dirty="0"/>
          </a:p>
          <a:p>
            <a:r>
              <a:rPr lang="en-US" sz="800" dirty="0"/>
              <a:t>Das </a:t>
            </a:r>
            <a:r>
              <a:rPr lang="en-US" sz="800" dirty="0" err="1"/>
              <a:t>ist</a:t>
            </a:r>
            <a:r>
              <a:rPr lang="en-US" sz="800" dirty="0"/>
              <a:t> für </a:t>
            </a:r>
            <a:r>
              <a:rPr lang="en-US" sz="800" dirty="0" err="1"/>
              <a:t>eure</a:t>
            </a:r>
            <a:r>
              <a:rPr lang="en-US" sz="800" dirty="0"/>
              <a:t> </a:t>
            </a:r>
            <a:r>
              <a:rPr lang="en-US" sz="800" dirty="0" err="1"/>
              <a:t>Präsentation</a:t>
            </a:r>
            <a:r>
              <a:rPr lang="en-US" sz="800" dirty="0"/>
              <a:t> </a:t>
            </a:r>
            <a:r>
              <a:rPr lang="en-US" sz="800" dirty="0" err="1"/>
              <a:t>sogar</a:t>
            </a:r>
            <a:r>
              <a:rPr lang="en-US" sz="800" dirty="0"/>
              <a:t> </a:t>
            </a:r>
            <a:r>
              <a:rPr lang="en-US" sz="800" dirty="0" err="1"/>
              <a:t>besser</a:t>
            </a:r>
            <a:r>
              <a:rPr lang="en-US" sz="800" dirty="0"/>
              <a:t>:</a:t>
            </a:r>
          </a:p>
          <a:p>
            <a:r>
              <a:rPr lang="en-US" sz="800" b="1" dirty="0"/>
              <a:t>„Unser </a:t>
            </a:r>
            <a:r>
              <a:rPr lang="en-US" sz="800" b="1" dirty="0" err="1"/>
              <a:t>Nachhaltigkeitsansatz</a:t>
            </a:r>
            <a:r>
              <a:rPr lang="en-US" sz="800" b="1" dirty="0"/>
              <a:t> </a:t>
            </a:r>
            <a:r>
              <a:rPr lang="en-US" sz="800" b="1" dirty="0" err="1"/>
              <a:t>ist</a:t>
            </a:r>
            <a:r>
              <a:rPr lang="en-US" sz="800" b="1" dirty="0"/>
              <a:t> nicht </a:t>
            </a:r>
            <a:r>
              <a:rPr lang="en-US" sz="800" b="1" dirty="0" err="1"/>
              <a:t>einfach</a:t>
            </a:r>
            <a:r>
              <a:rPr lang="en-US" sz="800" b="1" dirty="0"/>
              <a:t>: Wir </a:t>
            </a:r>
            <a:r>
              <a:rPr lang="en-US" sz="800" b="1" dirty="0" err="1"/>
              <a:t>nehmen</a:t>
            </a:r>
            <a:r>
              <a:rPr lang="en-US" sz="800" b="1" dirty="0"/>
              <a:t> </a:t>
            </a:r>
            <a:r>
              <a:rPr lang="en-US" sz="800" b="1" dirty="0" err="1"/>
              <a:t>Elektrofahrzeuge</a:t>
            </a:r>
            <a:r>
              <a:rPr lang="en-US" sz="800" b="1" dirty="0"/>
              <a:t>. </a:t>
            </a:r>
            <a:r>
              <a:rPr lang="en-US" sz="800" b="1" dirty="0" err="1"/>
              <a:t>Entscheidend</a:t>
            </a:r>
            <a:r>
              <a:rPr lang="en-US" sz="800" b="1" dirty="0"/>
              <a:t> </a:t>
            </a:r>
            <a:r>
              <a:rPr lang="en-US" sz="800" b="1" dirty="0" err="1"/>
              <a:t>ist</a:t>
            </a:r>
            <a:r>
              <a:rPr lang="en-US" sz="800" b="1" dirty="0"/>
              <a:t>, </a:t>
            </a:r>
            <a:r>
              <a:rPr lang="en-US" sz="800" b="1" dirty="0" err="1"/>
              <a:t>möglichst</a:t>
            </a:r>
            <a:r>
              <a:rPr lang="en-US" sz="800" b="1" dirty="0"/>
              <a:t> </a:t>
            </a:r>
            <a:r>
              <a:rPr lang="en-US" sz="800" b="1" dirty="0" err="1"/>
              <a:t>wenige</a:t>
            </a:r>
            <a:r>
              <a:rPr lang="en-US" sz="800" b="1" dirty="0"/>
              <a:t> und </a:t>
            </a:r>
            <a:r>
              <a:rPr lang="en-US" sz="800" b="1" dirty="0" err="1"/>
              <a:t>möglichst</a:t>
            </a:r>
            <a:r>
              <a:rPr lang="en-US" sz="800" b="1" dirty="0"/>
              <a:t> gut </a:t>
            </a:r>
            <a:r>
              <a:rPr lang="en-US" sz="800" b="1" dirty="0" err="1"/>
              <a:t>ausgelastete</a:t>
            </a:r>
            <a:r>
              <a:rPr lang="en-US" sz="800" b="1" dirty="0"/>
              <a:t> </a:t>
            </a:r>
            <a:r>
              <a:rPr lang="en-US" sz="800" b="1" dirty="0" err="1"/>
              <a:t>Fahrten</a:t>
            </a:r>
            <a:r>
              <a:rPr lang="en-US" sz="800" b="1" dirty="0"/>
              <a:t> </a:t>
            </a:r>
            <a:r>
              <a:rPr lang="en-US" sz="800" b="1" dirty="0" err="1"/>
              <a:t>zu</a:t>
            </a:r>
            <a:r>
              <a:rPr lang="en-US" sz="800" b="1" dirty="0"/>
              <a:t> </a:t>
            </a:r>
            <a:r>
              <a:rPr lang="en-US" sz="800" b="1" dirty="0" err="1"/>
              <a:t>benötigen</a:t>
            </a:r>
            <a:r>
              <a:rPr lang="en-US" sz="800" b="1" dirty="0"/>
              <a:t>.“</a:t>
            </a:r>
            <a:endParaRPr lang="en-US" sz="800" dirty="0"/>
          </a:p>
          <a:p>
            <a:r>
              <a:rPr lang="en-US" sz="800" dirty="0"/>
              <a:t>Und </a:t>
            </a:r>
            <a:r>
              <a:rPr lang="en-US" sz="800" dirty="0" err="1"/>
              <a:t>euer</a:t>
            </a:r>
            <a:r>
              <a:rPr lang="en-US" sz="800" dirty="0"/>
              <a:t> </a:t>
            </a:r>
            <a:r>
              <a:rPr lang="en-US" sz="800" b="1" dirty="0" err="1"/>
              <a:t>Pfand</a:t>
            </a:r>
            <a:r>
              <a:rPr lang="en-US" sz="800" b="1" dirty="0"/>
              <a:t>-/</a:t>
            </a:r>
            <a:r>
              <a:rPr lang="en-US" sz="800" b="1" dirty="0" err="1"/>
              <a:t>Mehrwegsystem</a:t>
            </a:r>
            <a:r>
              <a:rPr lang="en-US" sz="800" dirty="0"/>
              <a:t> </a:t>
            </a:r>
            <a:r>
              <a:rPr lang="en-US" sz="800" dirty="0" err="1"/>
              <a:t>ist</a:t>
            </a:r>
            <a:r>
              <a:rPr lang="en-US" sz="800" dirty="0"/>
              <a:t> </a:t>
            </a:r>
            <a:r>
              <a:rPr lang="en-US" sz="800" dirty="0" err="1"/>
              <a:t>aktuell</a:t>
            </a:r>
            <a:r>
              <a:rPr lang="en-US" sz="800" dirty="0"/>
              <a:t> </a:t>
            </a:r>
            <a:r>
              <a:rPr lang="en-US" sz="800" dirty="0" err="1"/>
              <a:t>ebenfalls</a:t>
            </a:r>
            <a:r>
              <a:rPr lang="en-US" sz="800" dirty="0"/>
              <a:t> </a:t>
            </a:r>
            <a:r>
              <a:rPr lang="en-US" sz="800" dirty="0" err="1"/>
              <a:t>passend</a:t>
            </a:r>
            <a:r>
              <a:rPr lang="en-US" sz="800" dirty="0"/>
              <a:t>: Seit August 2026 </a:t>
            </a:r>
            <a:r>
              <a:rPr lang="en-US" sz="800" dirty="0" err="1"/>
              <a:t>gelten</a:t>
            </a:r>
            <a:r>
              <a:rPr lang="en-US" sz="800" dirty="0"/>
              <a:t> </a:t>
            </a:r>
            <a:r>
              <a:rPr lang="en-US" sz="800" dirty="0" err="1"/>
              <a:t>neue</a:t>
            </a:r>
            <a:r>
              <a:rPr lang="en-US" sz="800" dirty="0"/>
              <a:t> EU-</a:t>
            </a:r>
            <a:r>
              <a:rPr lang="en-US" sz="800" dirty="0" err="1"/>
              <a:t>Verpackungsregeln</a:t>
            </a:r>
            <a:r>
              <a:rPr lang="en-US" sz="800" dirty="0"/>
              <a:t>, die </a:t>
            </a:r>
            <a:r>
              <a:rPr lang="en-US" sz="800" dirty="0" err="1"/>
              <a:t>Kreislaufwirtschaft</a:t>
            </a:r>
            <a:r>
              <a:rPr lang="en-US" sz="800" dirty="0"/>
              <a:t> und </a:t>
            </a:r>
            <a:r>
              <a:rPr lang="en-US" sz="800" dirty="0" err="1"/>
              <a:t>wiederverwendbare</a:t>
            </a:r>
            <a:r>
              <a:rPr lang="en-US" sz="800" dirty="0"/>
              <a:t> </a:t>
            </a:r>
            <a:r>
              <a:rPr lang="en-US" sz="800" dirty="0" err="1"/>
              <a:t>Verpackungen</a:t>
            </a:r>
            <a:r>
              <a:rPr lang="en-US" sz="800" dirty="0"/>
              <a:t> </a:t>
            </a:r>
            <a:r>
              <a:rPr lang="en-US" sz="800" dirty="0" err="1"/>
              <a:t>stärker</a:t>
            </a:r>
            <a:r>
              <a:rPr lang="en-US" sz="800" dirty="0"/>
              <a:t> </a:t>
            </a:r>
            <a:r>
              <a:rPr lang="en-US" sz="800" dirty="0" err="1"/>
              <a:t>fördern</a:t>
            </a:r>
            <a:r>
              <a:rPr lang="en-US" sz="800" dirty="0"/>
              <a:t>. </a:t>
            </a:r>
            <a:r>
              <a:rPr lang="en-US" sz="800" dirty="0">
                <a:hlinkClick r:id="rId3"/>
              </a:rPr>
              <a:t>Environment</a:t>
            </a:r>
            <a:endParaRPr lang="en-US" sz="800" dirty="0"/>
          </a:p>
          <a:p>
            <a:r>
              <a:rPr lang="en-US" sz="800" b="1" dirty="0"/>
              <a:t>Für </a:t>
            </a:r>
            <a:r>
              <a:rPr lang="en-US" sz="800" b="1" dirty="0" err="1"/>
              <a:t>deine</a:t>
            </a:r>
            <a:r>
              <a:rPr lang="en-US" sz="800" b="1" dirty="0"/>
              <a:t> Folie </a:t>
            </a:r>
            <a:r>
              <a:rPr lang="en-US" sz="800" b="1" dirty="0" err="1"/>
              <a:t>ganz</a:t>
            </a:r>
            <a:r>
              <a:rPr lang="en-US" sz="800" b="1" dirty="0"/>
              <a:t> </a:t>
            </a:r>
            <a:r>
              <a:rPr lang="en-US" sz="800" b="1" dirty="0" err="1"/>
              <a:t>kurz</a:t>
            </a:r>
            <a:endParaRPr lang="en-US" sz="800" b="1" dirty="0"/>
          </a:p>
          <a:p>
            <a:r>
              <a:rPr lang="en-US" sz="800" b="1" dirty="0" err="1"/>
              <a:t>Nachhaltig</a:t>
            </a:r>
            <a:br>
              <a:rPr lang="en-US" sz="800" dirty="0"/>
            </a:br>
            <a:r>
              <a:rPr lang="en-US" sz="800" dirty="0"/>
              <a:t>→ regional</a:t>
            </a:r>
            <a:br>
              <a:rPr lang="en-US" sz="800" dirty="0"/>
            </a:br>
            <a:r>
              <a:rPr lang="en-US" sz="800" dirty="0"/>
              <a:t>→ </a:t>
            </a:r>
            <a:r>
              <a:rPr lang="en-US" sz="800" dirty="0" err="1"/>
              <a:t>gebündelte</a:t>
            </a:r>
            <a:r>
              <a:rPr lang="en-US" sz="800" dirty="0"/>
              <a:t> </a:t>
            </a:r>
            <a:r>
              <a:rPr lang="en-US" sz="800" dirty="0" err="1"/>
              <a:t>Lieferungen</a:t>
            </a:r>
            <a:br>
              <a:rPr lang="en-US" sz="800" dirty="0"/>
            </a:br>
            <a:r>
              <a:rPr lang="en-US" sz="800" dirty="0"/>
              <a:t>→ Mehrweg &amp; </a:t>
            </a:r>
            <a:r>
              <a:rPr lang="en-US" sz="800" dirty="0" err="1"/>
              <a:t>Pfand</a:t>
            </a:r>
            <a:br>
              <a:rPr lang="en-US" sz="800" dirty="0"/>
            </a:br>
            <a:r>
              <a:rPr lang="en-US" sz="800" dirty="0"/>
              <a:t>→ </a:t>
            </a:r>
            <a:r>
              <a:rPr lang="en-US" sz="800" dirty="0" err="1"/>
              <a:t>weniger</a:t>
            </a:r>
            <a:r>
              <a:rPr lang="en-US" sz="800" dirty="0"/>
              <a:t> </a:t>
            </a:r>
            <a:r>
              <a:rPr lang="en-US" sz="800" dirty="0" err="1"/>
              <a:t>Lebensmittelverluste</a:t>
            </a:r>
            <a:br>
              <a:rPr lang="en-US" sz="800" dirty="0"/>
            </a:br>
            <a:r>
              <a:rPr lang="en-US" sz="800" dirty="0"/>
              <a:t>→ </a:t>
            </a:r>
            <a:r>
              <a:rPr lang="en-US" sz="800" dirty="0" err="1"/>
              <a:t>emissionsärmere</a:t>
            </a:r>
            <a:r>
              <a:rPr lang="en-US" sz="800" dirty="0"/>
              <a:t> </a:t>
            </a:r>
            <a:r>
              <a:rPr lang="en-US" sz="800" dirty="0" err="1"/>
              <a:t>Lieferung</a:t>
            </a:r>
            <a:r>
              <a:rPr lang="en-US" sz="800" dirty="0"/>
              <a:t> </a:t>
            </a:r>
          </a:p>
          <a:p>
            <a:r>
              <a:rPr lang="en-US" sz="800" b="1" dirty="0" err="1"/>
              <a:t>Innovativ</a:t>
            </a:r>
            <a:br>
              <a:rPr lang="en-US" sz="800" dirty="0"/>
            </a:br>
            <a:r>
              <a:rPr lang="en-US" sz="800" dirty="0"/>
              <a:t>→ </a:t>
            </a:r>
            <a:r>
              <a:rPr lang="en-US" sz="800" dirty="0" err="1"/>
              <a:t>intelligente</a:t>
            </a:r>
            <a:r>
              <a:rPr lang="en-US" sz="800" dirty="0"/>
              <a:t> </a:t>
            </a:r>
            <a:r>
              <a:rPr lang="en-US" sz="800" dirty="0" err="1"/>
              <a:t>Tourenplanung</a:t>
            </a:r>
            <a:br>
              <a:rPr lang="en-US" sz="800" dirty="0"/>
            </a:br>
            <a:r>
              <a:rPr lang="en-US" sz="800" dirty="0"/>
              <a:t>→ </a:t>
            </a:r>
            <a:r>
              <a:rPr lang="en-US" sz="800" dirty="0" err="1"/>
              <a:t>Nachfrage</a:t>
            </a:r>
            <a:r>
              <a:rPr lang="en-US" sz="800" dirty="0"/>
              <a:t> &amp; </a:t>
            </a:r>
            <a:r>
              <a:rPr lang="en-US" sz="800" dirty="0" err="1"/>
              <a:t>Bestände</a:t>
            </a:r>
            <a:r>
              <a:rPr lang="en-US" sz="800" dirty="0"/>
              <a:t> </a:t>
            </a:r>
            <a:r>
              <a:rPr lang="en-US" sz="800" dirty="0" err="1"/>
              <a:t>verbinden</a:t>
            </a:r>
            <a:br>
              <a:rPr lang="en-US" sz="800" dirty="0"/>
            </a:br>
            <a:r>
              <a:rPr lang="en-US" sz="800" dirty="0"/>
              <a:t>→ </a:t>
            </a:r>
            <a:r>
              <a:rPr lang="en-US" sz="800" dirty="0" err="1"/>
              <a:t>Überschüsse</a:t>
            </a:r>
            <a:r>
              <a:rPr lang="en-US" sz="800" dirty="0"/>
              <a:t> regional </a:t>
            </a:r>
            <a:r>
              <a:rPr lang="en-US" sz="800" dirty="0" err="1"/>
              <a:t>verteilen</a:t>
            </a:r>
            <a:br>
              <a:rPr lang="en-US" sz="800" dirty="0"/>
            </a:br>
            <a:r>
              <a:rPr lang="en-US" sz="800" dirty="0"/>
              <a:t>→ </a:t>
            </a:r>
            <a:r>
              <a:rPr lang="en-US" sz="800" dirty="0" err="1"/>
              <a:t>Tierpartnerschaften</a:t>
            </a:r>
            <a:br>
              <a:rPr lang="en-US" sz="800" dirty="0"/>
            </a:br>
            <a:r>
              <a:rPr lang="en-US" sz="800" dirty="0"/>
              <a:t>→ </a:t>
            </a:r>
            <a:r>
              <a:rPr lang="en-US" sz="800" dirty="0" err="1"/>
              <a:t>skalierbares</a:t>
            </a:r>
            <a:r>
              <a:rPr lang="en-US" sz="800" dirty="0"/>
              <a:t> </a:t>
            </a:r>
            <a:r>
              <a:rPr lang="en-US" sz="800" dirty="0" err="1"/>
              <a:t>regionales</a:t>
            </a:r>
            <a:r>
              <a:rPr lang="en-US" sz="800" dirty="0"/>
              <a:t> </a:t>
            </a:r>
            <a:r>
              <a:rPr lang="en-US" sz="800" dirty="0" err="1"/>
              <a:t>Netzwerk</a:t>
            </a:r>
            <a:r>
              <a:rPr lang="en-US" sz="800" dirty="0"/>
              <a:t> </a:t>
            </a:r>
          </a:p>
          <a:p>
            <a:r>
              <a:rPr lang="en-US" sz="800" dirty="0"/>
              <a:t>Das </a:t>
            </a:r>
            <a:r>
              <a:rPr lang="en-US" sz="800" dirty="0" err="1"/>
              <a:t>wäre</a:t>
            </a:r>
            <a:r>
              <a:rPr lang="en-US" sz="800" dirty="0"/>
              <a:t> </a:t>
            </a:r>
            <a:r>
              <a:rPr lang="en-US" sz="800" dirty="0" err="1"/>
              <a:t>meiner</a:t>
            </a:r>
            <a:r>
              <a:rPr lang="en-US" sz="800" dirty="0"/>
              <a:t> Meinung </a:t>
            </a:r>
            <a:r>
              <a:rPr lang="en-US" sz="800" dirty="0" err="1"/>
              <a:t>nach</a:t>
            </a:r>
            <a:r>
              <a:rPr lang="en-US" sz="800" dirty="0"/>
              <a:t> </a:t>
            </a:r>
            <a:r>
              <a:rPr lang="en-US" sz="800" b="1" dirty="0" err="1"/>
              <a:t>deutlich</a:t>
            </a:r>
            <a:r>
              <a:rPr lang="en-US" sz="800" b="1" dirty="0"/>
              <a:t> </a:t>
            </a:r>
            <a:r>
              <a:rPr lang="en-US" sz="800" b="1" dirty="0" err="1"/>
              <a:t>stärker</a:t>
            </a:r>
            <a:r>
              <a:rPr lang="en-US" sz="800" b="1" dirty="0"/>
              <a:t> </a:t>
            </a:r>
            <a:r>
              <a:rPr lang="en-US" sz="800" b="1" dirty="0" err="1"/>
              <a:t>als</a:t>
            </a:r>
            <a:r>
              <a:rPr lang="en-US" sz="800" b="1" dirty="0"/>
              <a:t> </a:t>
            </a:r>
            <a:r>
              <a:rPr lang="en-US" sz="800" b="1" dirty="0" err="1"/>
              <a:t>nur</a:t>
            </a:r>
            <a:r>
              <a:rPr lang="en-US" sz="800" b="1" dirty="0"/>
              <a:t> </a:t>
            </a:r>
            <a:r>
              <a:rPr lang="en-US" sz="800" b="1" dirty="0" err="1"/>
              <a:t>ein</a:t>
            </a:r>
            <a:r>
              <a:rPr lang="en-US" sz="800" b="1" dirty="0"/>
              <a:t> </a:t>
            </a:r>
            <a:r>
              <a:rPr lang="en-US" sz="800" b="1" dirty="0" err="1"/>
              <a:t>grüner</a:t>
            </a:r>
            <a:r>
              <a:rPr lang="en-US" sz="800" b="1" dirty="0"/>
              <a:t> LKW auf der Folie</a:t>
            </a:r>
            <a:r>
              <a:rPr lang="en-US" sz="800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DE3F59-5071-970A-009F-3BAB4A013928}"/>
              </a:ext>
            </a:extLst>
          </p:cNvPr>
          <p:cNvSpPr txBox="1"/>
          <p:nvPr/>
        </p:nvSpPr>
        <p:spPr>
          <a:xfrm>
            <a:off x="7400259" y="830143"/>
            <a:ext cx="279193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Ja — </a:t>
            </a:r>
            <a:r>
              <a:rPr lang="en-US" sz="800" b="1" dirty="0"/>
              <a:t>das </a:t>
            </a:r>
            <a:r>
              <a:rPr lang="en-US" sz="800" b="1" dirty="0" err="1"/>
              <a:t>ist</a:t>
            </a:r>
            <a:r>
              <a:rPr lang="en-US" sz="800" b="1" dirty="0"/>
              <a:t> </a:t>
            </a:r>
            <a:r>
              <a:rPr lang="en-US" sz="800" b="1" dirty="0" err="1"/>
              <a:t>tatsächlich</a:t>
            </a:r>
            <a:r>
              <a:rPr lang="en-US" sz="800" b="1" dirty="0"/>
              <a:t> </a:t>
            </a:r>
            <a:r>
              <a:rPr lang="en-US" sz="800" b="1" dirty="0" err="1"/>
              <a:t>ein</a:t>
            </a:r>
            <a:r>
              <a:rPr lang="en-US" sz="800" b="1" dirty="0"/>
              <a:t> </a:t>
            </a:r>
            <a:r>
              <a:rPr lang="en-US" sz="800" b="1" dirty="0" err="1"/>
              <a:t>deutlich</a:t>
            </a:r>
            <a:r>
              <a:rPr lang="en-US" sz="800" b="1" dirty="0"/>
              <a:t> </a:t>
            </a:r>
            <a:r>
              <a:rPr lang="en-US" sz="800" b="1" dirty="0" err="1"/>
              <a:t>besseres</a:t>
            </a:r>
            <a:r>
              <a:rPr lang="en-US" sz="800" b="1" dirty="0"/>
              <a:t> </a:t>
            </a:r>
            <a:r>
              <a:rPr lang="en-US" sz="800" b="1" dirty="0" err="1"/>
              <a:t>Nachhaltigkeitsargument</a:t>
            </a:r>
            <a:r>
              <a:rPr lang="en-US" sz="800" dirty="0"/>
              <a:t> </a:t>
            </a:r>
            <a:r>
              <a:rPr lang="en-US" sz="800" dirty="0" err="1"/>
              <a:t>als</a:t>
            </a:r>
            <a:r>
              <a:rPr lang="en-US" sz="800" dirty="0"/>
              <a:t> </a:t>
            </a:r>
            <a:r>
              <a:rPr lang="en-US" sz="800" dirty="0" err="1"/>
              <a:t>einfach</a:t>
            </a:r>
            <a:r>
              <a:rPr lang="en-US" sz="800" dirty="0"/>
              <a:t> „</a:t>
            </a:r>
            <a:r>
              <a:rPr lang="en-US" sz="800" dirty="0" err="1"/>
              <a:t>wir</a:t>
            </a:r>
            <a:r>
              <a:rPr lang="en-US" sz="800" dirty="0"/>
              <a:t> </a:t>
            </a:r>
            <a:r>
              <a:rPr lang="en-US" sz="800" dirty="0" err="1"/>
              <a:t>kaufen</a:t>
            </a:r>
            <a:r>
              <a:rPr lang="en-US" sz="800" dirty="0"/>
              <a:t> </a:t>
            </a:r>
            <a:r>
              <a:rPr lang="en-US" sz="800" dirty="0" err="1"/>
              <a:t>neue</a:t>
            </a:r>
            <a:r>
              <a:rPr lang="en-US" sz="800" dirty="0"/>
              <a:t> E-</a:t>
            </a:r>
            <a:r>
              <a:rPr lang="en-US" sz="800" dirty="0" err="1"/>
              <a:t>Lieferwagen</a:t>
            </a:r>
            <a:r>
              <a:rPr lang="en-US" sz="800" dirty="0"/>
              <a:t>“.</a:t>
            </a:r>
          </a:p>
          <a:p>
            <a:r>
              <a:rPr lang="en-US" sz="800" dirty="0"/>
              <a:t>Für </a:t>
            </a:r>
            <a:r>
              <a:rPr lang="en-US" sz="800" dirty="0" err="1"/>
              <a:t>LocalBite</a:t>
            </a:r>
            <a:r>
              <a:rPr lang="en-US" sz="800" dirty="0"/>
              <a:t> </a:t>
            </a:r>
            <a:r>
              <a:rPr lang="en-US" sz="800" dirty="0" err="1"/>
              <a:t>könntet</a:t>
            </a:r>
            <a:r>
              <a:rPr lang="en-US" sz="800" dirty="0"/>
              <a:t> </a:t>
            </a:r>
            <a:r>
              <a:rPr lang="en-US" sz="800" dirty="0" err="1"/>
              <a:t>ihr</a:t>
            </a:r>
            <a:r>
              <a:rPr lang="en-US" sz="800" dirty="0"/>
              <a:t> </a:t>
            </a:r>
            <a:r>
              <a:rPr lang="en-US" sz="800" dirty="0" err="1"/>
              <a:t>sagen</a:t>
            </a:r>
            <a:r>
              <a:rPr lang="en-US" sz="800" dirty="0"/>
              <a:t>:</a:t>
            </a:r>
          </a:p>
          <a:p>
            <a:pPr lvl="0"/>
            <a:r>
              <a:rPr lang="en-US" sz="800" dirty="0" err="1"/>
              <a:t>möglichst</a:t>
            </a:r>
            <a:r>
              <a:rPr lang="en-US" sz="800" dirty="0"/>
              <a:t> </a:t>
            </a:r>
            <a:r>
              <a:rPr lang="en-US" sz="800" b="1" dirty="0" err="1"/>
              <a:t>gebrauchte</a:t>
            </a:r>
            <a:r>
              <a:rPr lang="en-US" sz="800" b="1" dirty="0"/>
              <a:t>/refurbished E-</a:t>
            </a:r>
            <a:r>
              <a:rPr lang="en-US" sz="800" b="1" dirty="0" err="1"/>
              <a:t>Fahrzeuge</a:t>
            </a:r>
            <a:r>
              <a:rPr lang="en-US" sz="800" dirty="0"/>
              <a:t> </a:t>
            </a:r>
            <a:r>
              <a:rPr lang="en-US" sz="800" dirty="0" err="1"/>
              <a:t>einsetzen</a:t>
            </a:r>
            <a:endParaRPr lang="en-US" sz="800" dirty="0"/>
          </a:p>
          <a:p>
            <a:pPr lvl="0"/>
            <a:r>
              <a:rPr lang="en-US" sz="800" dirty="0" err="1"/>
              <a:t>vorhandene</a:t>
            </a:r>
            <a:r>
              <a:rPr lang="en-US" sz="800" dirty="0"/>
              <a:t> Fahrzeuge </a:t>
            </a:r>
            <a:r>
              <a:rPr lang="en-US" sz="800" dirty="0" err="1"/>
              <a:t>länger</a:t>
            </a:r>
            <a:r>
              <a:rPr lang="en-US" sz="800" dirty="0"/>
              <a:t> </a:t>
            </a:r>
            <a:r>
              <a:rPr lang="en-US" sz="800" dirty="0" err="1"/>
              <a:t>nutzen</a:t>
            </a:r>
            <a:r>
              <a:rPr lang="en-US" sz="800" dirty="0"/>
              <a:t> </a:t>
            </a:r>
            <a:r>
              <a:rPr lang="en-US" sz="800" dirty="0" err="1"/>
              <a:t>statt</a:t>
            </a:r>
            <a:r>
              <a:rPr lang="en-US" sz="800" dirty="0"/>
              <a:t> </a:t>
            </a:r>
            <a:r>
              <a:rPr lang="en-US" sz="800" dirty="0" err="1"/>
              <a:t>ständig</a:t>
            </a:r>
            <a:r>
              <a:rPr lang="en-US" sz="800" dirty="0"/>
              <a:t> neu </a:t>
            </a:r>
            <a:r>
              <a:rPr lang="en-US" sz="800" dirty="0" err="1"/>
              <a:t>produzieren</a:t>
            </a:r>
            <a:endParaRPr lang="en-US" sz="800" dirty="0"/>
          </a:p>
          <a:p>
            <a:pPr lvl="0"/>
            <a:r>
              <a:rPr lang="en-US" sz="800" dirty="0" err="1"/>
              <a:t>Batterien</a:t>
            </a:r>
            <a:r>
              <a:rPr lang="en-US" sz="800" dirty="0"/>
              <a:t> </a:t>
            </a:r>
            <a:r>
              <a:rPr lang="en-US" sz="800" dirty="0" err="1"/>
              <a:t>nach</a:t>
            </a:r>
            <a:r>
              <a:rPr lang="en-US" sz="800" dirty="0"/>
              <a:t> </a:t>
            </a:r>
            <a:r>
              <a:rPr lang="en-US" sz="800" dirty="0" err="1"/>
              <a:t>Möglichkeit</a:t>
            </a:r>
            <a:r>
              <a:rPr lang="en-US" sz="800" dirty="0"/>
              <a:t> </a:t>
            </a:r>
            <a:r>
              <a:rPr lang="en-US" sz="800" b="1" dirty="0" err="1"/>
              <a:t>weiterverwenden</a:t>
            </a:r>
            <a:r>
              <a:rPr lang="en-US" sz="800" b="1" dirty="0"/>
              <a:t> / </a:t>
            </a:r>
            <a:r>
              <a:rPr lang="en-US" sz="800" b="1" dirty="0" err="1"/>
              <a:t>aufbereiten</a:t>
            </a:r>
            <a:endParaRPr lang="en-US" sz="800" dirty="0"/>
          </a:p>
          <a:p>
            <a:pPr lvl="0"/>
            <a:r>
              <a:rPr lang="en-US" sz="800" dirty="0" err="1"/>
              <a:t>ausgediente</a:t>
            </a:r>
            <a:r>
              <a:rPr lang="en-US" sz="800" dirty="0"/>
              <a:t> </a:t>
            </a:r>
            <a:r>
              <a:rPr lang="en-US" sz="800" dirty="0" err="1"/>
              <a:t>Fahrzeugbatterien</a:t>
            </a:r>
            <a:r>
              <a:rPr lang="en-US" sz="800" dirty="0"/>
              <a:t> </a:t>
            </a:r>
            <a:r>
              <a:rPr lang="en-US" sz="800" dirty="0" err="1"/>
              <a:t>später</a:t>
            </a:r>
            <a:r>
              <a:rPr lang="en-US" sz="800" dirty="0"/>
              <a:t> </a:t>
            </a:r>
            <a:r>
              <a:rPr lang="en-US" sz="800" dirty="0" err="1"/>
              <a:t>als</a:t>
            </a:r>
            <a:r>
              <a:rPr lang="en-US" sz="800" dirty="0"/>
              <a:t> </a:t>
            </a:r>
            <a:r>
              <a:rPr lang="en-US" sz="800" b="1" dirty="0" err="1"/>
              <a:t>stationäre</a:t>
            </a:r>
            <a:r>
              <a:rPr lang="en-US" sz="800" b="1" dirty="0"/>
              <a:t> Speicher</a:t>
            </a:r>
            <a:r>
              <a:rPr lang="en-US" sz="800" dirty="0"/>
              <a:t> </a:t>
            </a:r>
            <a:r>
              <a:rPr lang="en-US" sz="800" dirty="0" err="1"/>
              <a:t>nutzen</a:t>
            </a:r>
            <a:r>
              <a:rPr lang="en-US" sz="800" dirty="0"/>
              <a:t>, z. B. am Hub für </a:t>
            </a:r>
            <a:r>
              <a:rPr lang="en-US" sz="800" dirty="0" err="1"/>
              <a:t>Solarstrom</a:t>
            </a:r>
            <a:endParaRPr lang="en-US" sz="800" dirty="0"/>
          </a:p>
          <a:p>
            <a:pPr lvl="0"/>
            <a:r>
              <a:rPr lang="en-US" sz="800" dirty="0"/>
              <a:t>erst </a:t>
            </a:r>
            <a:r>
              <a:rPr lang="en-US" sz="800" dirty="0" err="1"/>
              <a:t>wenn</a:t>
            </a:r>
            <a:r>
              <a:rPr lang="en-US" sz="800" dirty="0"/>
              <a:t> </a:t>
            </a:r>
            <a:r>
              <a:rPr lang="en-US" sz="800" dirty="0" err="1"/>
              <a:t>Wiederverwendung</a:t>
            </a:r>
            <a:r>
              <a:rPr lang="en-US" sz="800" dirty="0"/>
              <a:t> nicht </a:t>
            </a:r>
            <a:r>
              <a:rPr lang="en-US" sz="800" dirty="0" err="1"/>
              <a:t>mehr</a:t>
            </a:r>
            <a:r>
              <a:rPr lang="en-US" sz="800" dirty="0"/>
              <a:t> </a:t>
            </a:r>
            <a:r>
              <a:rPr lang="en-US" sz="800" dirty="0" err="1"/>
              <a:t>sinnvoll</a:t>
            </a:r>
            <a:r>
              <a:rPr lang="en-US" sz="800" dirty="0"/>
              <a:t> </a:t>
            </a:r>
            <a:r>
              <a:rPr lang="en-US" sz="800" dirty="0" err="1"/>
              <a:t>ist</a:t>
            </a:r>
            <a:r>
              <a:rPr lang="en-US" sz="800" dirty="0"/>
              <a:t> → Recycling</a:t>
            </a:r>
          </a:p>
          <a:p>
            <a:r>
              <a:rPr lang="en-US" sz="800" dirty="0"/>
              <a:t>Das </a:t>
            </a:r>
            <a:r>
              <a:rPr lang="en-US" sz="800" dirty="0" err="1"/>
              <a:t>passt</a:t>
            </a:r>
            <a:r>
              <a:rPr lang="en-US" sz="800" dirty="0"/>
              <a:t> </a:t>
            </a:r>
            <a:r>
              <a:rPr lang="en-US" sz="800" dirty="0" err="1"/>
              <a:t>sehr</a:t>
            </a:r>
            <a:r>
              <a:rPr lang="en-US" sz="800" dirty="0"/>
              <a:t> gut </a:t>
            </a:r>
            <a:r>
              <a:rPr lang="en-US" sz="800" dirty="0" err="1"/>
              <a:t>zur</a:t>
            </a:r>
            <a:r>
              <a:rPr lang="en-US" sz="800" dirty="0"/>
              <a:t> </a:t>
            </a:r>
            <a:r>
              <a:rPr lang="en-US" sz="800" b="1" dirty="0" err="1"/>
              <a:t>Kreislaufwirtschaft</a:t>
            </a:r>
            <a:r>
              <a:rPr lang="en-US" sz="800" dirty="0"/>
              <a:t>. Second-Life-</a:t>
            </a:r>
            <a:r>
              <a:rPr lang="en-US" sz="800" dirty="0" err="1"/>
              <a:t>Batterien</a:t>
            </a:r>
            <a:r>
              <a:rPr lang="en-US" sz="800" dirty="0"/>
              <a:t> </a:t>
            </a:r>
            <a:r>
              <a:rPr lang="en-US" sz="800" dirty="0" err="1"/>
              <a:t>werden</a:t>
            </a:r>
            <a:r>
              <a:rPr lang="en-US" sz="800" dirty="0"/>
              <a:t> </a:t>
            </a:r>
            <a:r>
              <a:rPr lang="en-US" sz="800" dirty="0" err="1"/>
              <a:t>tatsächlich</a:t>
            </a:r>
            <a:r>
              <a:rPr lang="en-US" sz="800" dirty="0"/>
              <a:t> </a:t>
            </a:r>
            <a:r>
              <a:rPr lang="en-US" sz="800" dirty="0" err="1"/>
              <a:t>als</a:t>
            </a:r>
            <a:r>
              <a:rPr lang="en-US" sz="800" dirty="0"/>
              <a:t> Speicher </a:t>
            </a:r>
            <a:r>
              <a:rPr lang="en-US" sz="800" dirty="0" err="1"/>
              <a:t>weiterverwendet</a:t>
            </a:r>
            <a:r>
              <a:rPr lang="en-US" sz="800" dirty="0"/>
              <a:t>; </a:t>
            </a:r>
            <a:r>
              <a:rPr lang="en-US" sz="800" dirty="0" err="1"/>
              <a:t>gebrauchte</a:t>
            </a:r>
            <a:r>
              <a:rPr lang="en-US" sz="800" dirty="0"/>
              <a:t> EV-</a:t>
            </a:r>
            <a:r>
              <a:rPr lang="en-US" sz="800" dirty="0" err="1"/>
              <a:t>Batterien</a:t>
            </a:r>
            <a:r>
              <a:rPr lang="en-US" sz="800" dirty="0"/>
              <a:t> </a:t>
            </a:r>
            <a:r>
              <a:rPr lang="en-US" sz="800" dirty="0" err="1"/>
              <a:t>haben</a:t>
            </a:r>
            <a:r>
              <a:rPr lang="en-US" sz="800" dirty="0"/>
              <a:t> oft </a:t>
            </a:r>
            <a:r>
              <a:rPr lang="en-US" sz="800" dirty="0" err="1"/>
              <a:t>noch</a:t>
            </a:r>
            <a:r>
              <a:rPr lang="en-US" sz="800" dirty="0"/>
              <a:t> </a:t>
            </a:r>
            <a:r>
              <a:rPr lang="en-US" sz="800" dirty="0" err="1"/>
              <a:t>relevante</a:t>
            </a:r>
            <a:r>
              <a:rPr lang="en-US" sz="800" dirty="0"/>
              <a:t> </a:t>
            </a:r>
            <a:r>
              <a:rPr lang="en-US" sz="800" dirty="0" err="1"/>
              <a:t>Restkapazität</a:t>
            </a:r>
            <a:r>
              <a:rPr lang="en-US" sz="800" dirty="0"/>
              <a:t>. </a:t>
            </a:r>
            <a:r>
              <a:rPr lang="en-US" sz="800" dirty="0" err="1"/>
              <a:t>Gleichzeitig</a:t>
            </a:r>
            <a:r>
              <a:rPr lang="en-US" sz="800" dirty="0"/>
              <a:t> </a:t>
            </a:r>
            <a:r>
              <a:rPr lang="en-US" sz="800" dirty="0" err="1"/>
              <a:t>ist</a:t>
            </a:r>
            <a:r>
              <a:rPr lang="en-US" sz="800" dirty="0"/>
              <a:t> das </a:t>
            </a:r>
            <a:r>
              <a:rPr lang="en-US" sz="800" dirty="0" err="1"/>
              <a:t>technisch</a:t>
            </a:r>
            <a:r>
              <a:rPr lang="en-US" sz="800" dirty="0"/>
              <a:t> nicht trivial und </a:t>
            </a:r>
            <a:r>
              <a:rPr lang="en-US" sz="800" dirty="0" err="1"/>
              <a:t>braucht</a:t>
            </a:r>
            <a:r>
              <a:rPr lang="en-US" sz="800" dirty="0"/>
              <a:t> </a:t>
            </a:r>
            <a:r>
              <a:rPr lang="en-US" sz="800" dirty="0" err="1"/>
              <a:t>Prüfung</a:t>
            </a:r>
            <a:r>
              <a:rPr lang="en-US" sz="800" dirty="0"/>
              <a:t>, Sicherheit und </a:t>
            </a:r>
            <a:r>
              <a:rPr lang="en-US" sz="800" dirty="0" err="1"/>
              <a:t>passende</a:t>
            </a:r>
            <a:r>
              <a:rPr lang="en-US" sz="800" dirty="0"/>
              <a:t> </a:t>
            </a:r>
            <a:r>
              <a:rPr lang="en-US" sz="800" dirty="0" err="1"/>
              <a:t>Aufbereitung</a:t>
            </a:r>
            <a:r>
              <a:rPr lang="en-US" sz="800" dirty="0"/>
              <a:t>. </a:t>
            </a:r>
            <a:r>
              <a:rPr lang="en-US" sz="800" dirty="0">
                <a:hlinkClick r:id="rId4"/>
              </a:rPr>
              <a:t>IEA</a:t>
            </a:r>
            <a:endParaRPr lang="en-US" sz="800" dirty="0"/>
          </a:p>
          <a:p>
            <a:r>
              <a:rPr lang="en-US" sz="800" dirty="0"/>
              <a:t>Für </a:t>
            </a:r>
            <a:r>
              <a:rPr lang="en-US" sz="800" dirty="0" err="1"/>
              <a:t>eure</a:t>
            </a:r>
            <a:r>
              <a:rPr lang="en-US" sz="800" dirty="0"/>
              <a:t> </a:t>
            </a:r>
            <a:r>
              <a:rPr lang="en-US" sz="800" dirty="0" err="1"/>
              <a:t>Präsentation</a:t>
            </a:r>
            <a:r>
              <a:rPr lang="en-US" sz="800" dirty="0"/>
              <a:t> </a:t>
            </a:r>
            <a:r>
              <a:rPr lang="en-US" sz="800" dirty="0" err="1"/>
              <a:t>würde</a:t>
            </a:r>
            <a:r>
              <a:rPr lang="en-US" sz="800" dirty="0"/>
              <a:t> ich es </a:t>
            </a:r>
            <a:r>
              <a:rPr lang="en-US" sz="800" dirty="0" err="1"/>
              <a:t>simpel</a:t>
            </a:r>
            <a:r>
              <a:rPr lang="en-US" sz="800" dirty="0"/>
              <a:t> </a:t>
            </a:r>
            <a:r>
              <a:rPr lang="en-US" sz="800" dirty="0" err="1"/>
              <a:t>formulieren</a:t>
            </a:r>
            <a:r>
              <a:rPr lang="en-US" sz="800" dirty="0"/>
              <a:t>:</a:t>
            </a:r>
          </a:p>
          <a:p>
            <a:r>
              <a:rPr lang="en-US" sz="800" b="1" dirty="0"/>
              <a:t>„Auch </a:t>
            </a:r>
            <a:r>
              <a:rPr lang="en-US" sz="800" b="1" dirty="0" err="1"/>
              <a:t>bei</a:t>
            </a:r>
            <a:r>
              <a:rPr lang="en-US" sz="800" b="1" dirty="0"/>
              <a:t> </a:t>
            </a:r>
            <a:r>
              <a:rPr lang="en-US" sz="800" b="1" dirty="0" err="1"/>
              <a:t>unserer</a:t>
            </a:r>
            <a:r>
              <a:rPr lang="en-US" sz="800" b="1" dirty="0"/>
              <a:t> </a:t>
            </a:r>
            <a:r>
              <a:rPr lang="en-US" sz="800" b="1" dirty="0" err="1"/>
              <a:t>Fahrzeugflotte</a:t>
            </a:r>
            <a:r>
              <a:rPr lang="en-US" sz="800" b="1" dirty="0"/>
              <a:t> </a:t>
            </a:r>
            <a:r>
              <a:rPr lang="en-US" sz="800" b="1" dirty="0" err="1"/>
              <a:t>denken</a:t>
            </a:r>
            <a:r>
              <a:rPr lang="en-US" sz="800" b="1" dirty="0"/>
              <a:t> </a:t>
            </a:r>
            <a:r>
              <a:rPr lang="en-US" sz="800" b="1" dirty="0" err="1"/>
              <a:t>wir</a:t>
            </a:r>
            <a:r>
              <a:rPr lang="en-US" sz="800" b="1" dirty="0"/>
              <a:t> </a:t>
            </a:r>
            <a:r>
              <a:rPr lang="en-US" sz="800" b="1" dirty="0" err="1"/>
              <a:t>Kreislaufwirtschaft</a:t>
            </a:r>
            <a:r>
              <a:rPr lang="en-US" sz="800" b="1" dirty="0"/>
              <a:t> </a:t>
            </a:r>
            <a:r>
              <a:rPr lang="en-US" sz="800" b="1" dirty="0" err="1"/>
              <a:t>mit</a:t>
            </a:r>
            <a:r>
              <a:rPr lang="en-US" sz="800" b="1" dirty="0"/>
              <a:t>: Statt </a:t>
            </a:r>
            <a:r>
              <a:rPr lang="en-US" sz="800" b="1" dirty="0" err="1"/>
              <a:t>ausschließlich</a:t>
            </a:r>
            <a:r>
              <a:rPr lang="en-US" sz="800" b="1" dirty="0"/>
              <a:t> </a:t>
            </a:r>
            <a:r>
              <a:rPr lang="en-US" sz="800" b="1" dirty="0" err="1"/>
              <a:t>neue</a:t>
            </a:r>
            <a:r>
              <a:rPr lang="en-US" sz="800" b="1" dirty="0"/>
              <a:t> </a:t>
            </a:r>
            <a:r>
              <a:rPr lang="en-US" sz="800" b="1" dirty="0" err="1"/>
              <a:t>Fahrzeuge</a:t>
            </a:r>
            <a:r>
              <a:rPr lang="en-US" sz="800" b="1" dirty="0"/>
              <a:t> und </a:t>
            </a:r>
            <a:r>
              <a:rPr lang="en-US" sz="800" b="1" dirty="0" err="1"/>
              <a:t>Batterien</a:t>
            </a:r>
            <a:r>
              <a:rPr lang="en-US" sz="800" b="1" dirty="0"/>
              <a:t> </a:t>
            </a:r>
            <a:r>
              <a:rPr lang="en-US" sz="800" b="1" dirty="0" err="1"/>
              <a:t>zu</a:t>
            </a:r>
            <a:r>
              <a:rPr lang="en-US" sz="800" b="1" dirty="0"/>
              <a:t> </a:t>
            </a:r>
            <a:r>
              <a:rPr lang="en-US" sz="800" b="1" dirty="0" err="1"/>
              <a:t>beschaffen</a:t>
            </a:r>
            <a:r>
              <a:rPr lang="en-US" sz="800" b="1" dirty="0"/>
              <a:t>, </a:t>
            </a:r>
            <a:r>
              <a:rPr lang="en-US" sz="800" b="1" dirty="0" err="1"/>
              <a:t>könnten</a:t>
            </a:r>
            <a:r>
              <a:rPr lang="en-US" sz="800" b="1" dirty="0"/>
              <a:t> </a:t>
            </a:r>
            <a:r>
              <a:rPr lang="en-US" sz="800" b="1" dirty="0" err="1"/>
              <a:t>wir</a:t>
            </a:r>
            <a:r>
              <a:rPr lang="en-US" sz="800" b="1" dirty="0"/>
              <a:t> </a:t>
            </a:r>
            <a:r>
              <a:rPr lang="en-US" sz="800" b="1" dirty="0" err="1"/>
              <a:t>gebrauchte</a:t>
            </a:r>
            <a:r>
              <a:rPr lang="en-US" sz="800" b="1" dirty="0"/>
              <a:t> E-</a:t>
            </a:r>
            <a:r>
              <a:rPr lang="en-US" sz="800" b="1" dirty="0" err="1"/>
              <a:t>Fahrzeuge</a:t>
            </a:r>
            <a:r>
              <a:rPr lang="en-US" sz="800" b="1" dirty="0"/>
              <a:t> </a:t>
            </a:r>
            <a:r>
              <a:rPr lang="en-US" sz="800" b="1" dirty="0" err="1"/>
              <a:t>weiterverwenden</a:t>
            </a:r>
            <a:r>
              <a:rPr lang="en-US" sz="800" b="1" dirty="0"/>
              <a:t> und </a:t>
            </a:r>
            <a:r>
              <a:rPr lang="en-US" sz="800" b="1" dirty="0" err="1"/>
              <a:t>geeignete</a:t>
            </a:r>
            <a:r>
              <a:rPr lang="en-US" sz="800" b="1" dirty="0"/>
              <a:t> </a:t>
            </a:r>
            <a:r>
              <a:rPr lang="en-US" sz="800" b="1" dirty="0" err="1"/>
              <a:t>Fahrzeugbatterien</a:t>
            </a:r>
            <a:r>
              <a:rPr lang="en-US" sz="800" b="1" dirty="0"/>
              <a:t> </a:t>
            </a:r>
            <a:r>
              <a:rPr lang="en-US" sz="800" b="1" dirty="0" err="1"/>
              <a:t>später</a:t>
            </a:r>
            <a:r>
              <a:rPr lang="en-US" sz="800" b="1" dirty="0"/>
              <a:t> </a:t>
            </a:r>
            <a:r>
              <a:rPr lang="en-US" sz="800" b="1" dirty="0" err="1"/>
              <a:t>als</a:t>
            </a:r>
            <a:r>
              <a:rPr lang="en-US" sz="800" b="1" dirty="0"/>
              <a:t> </a:t>
            </a:r>
            <a:r>
              <a:rPr lang="en-US" sz="800" b="1" dirty="0" err="1"/>
              <a:t>stationäre</a:t>
            </a:r>
            <a:r>
              <a:rPr lang="en-US" sz="800" b="1" dirty="0"/>
              <a:t> </a:t>
            </a:r>
            <a:r>
              <a:rPr lang="en-US" sz="800" b="1" dirty="0" err="1"/>
              <a:t>Energiespeicher</a:t>
            </a:r>
            <a:r>
              <a:rPr lang="en-US" sz="800" b="1" dirty="0"/>
              <a:t> an </a:t>
            </a:r>
            <a:r>
              <a:rPr lang="en-US" sz="800" b="1" dirty="0" err="1"/>
              <a:t>unseren</a:t>
            </a:r>
            <a:r>
              <a:rPr lang="en-US" sz="800" b="1" dirty="0"/>
              <a:t> Hubs </a:t>
            </a:r>
            <a:r>
              <a:rPr lang="en-US" sz="800" b="1" dirty="0" err="1"/>
              <a:t>einsetzen</a:t>
            </a:r>
            <a:r>
              <a:rPr lang="en-US" sz="800" b="1" dirty="0"/>
              <a:t>.“</a:t>
            </a:r>
            <a:endParaRPr lang="en-US" sz="800" dirty="0"/>
          </a:p>
          <a:p>
            <a:r>
              <a:rPr lang="en-US" sz="800" dirty="0"/>
              <a:t>Das </a:t>
            </a:r>
            <a:r>
              <a:rPr lang="en-US" sz="800" dirty="0" err="1"/>
              <a:t>ist</a:t>
            </a:r>
            <a:r>
              <a:rPr lang="en-US" sz="800" dirty="0"/>
              <a:t> </a:t>
            </a:r>
            <a:r>
              <a:rPr lang="en-US" sz="800" dirty="0" err="1"/>
              <a:t>sogar</a:t>
            </a:r>
            <a:r>
              <a:rPr lang="en-US" sz="800" dirty="0"/>
              <a:t> </a:t>
            </a:r>
            <a:r>
              <a:rPr lang="en-US" sz="800" dirty="0" err="1"/>
              <a:t>ein</a:t>
            </a:r>
            <a:r>
              <a:rPr lang="en-US" sz="800" dirty="0"/>
              <a:t> </a:t>
            </a:r>
            <a:r>
              <a:rPr lang="en-US" sz="800" dirty="0" err="1"/>
              <a:t>ziemlich</a:t>
            </a:r>
            <a:r>
              <a:rPr lang="en-US" sz="800" dirty="0"/>
              <a:t> cooler </a:t>
            </a:r>
            <a:r>
              <a:rPr lang="en-US" sz="800" b="1" dirty="0" err="1"/>
              <a:t>Innovationspunkt</a:t>
            </a:r>
            <a:r>
              <a:rPr lang="en-US" sz="800" dirty="0"/>
              <a:t>:</a:t>
            </a:r>
            <a:br>
              <a:rPr lang="en-US" sz="800" dirty="0"/>
            </a:br>
            <a:r>
              <a:rPr lang="en-US" sz="800" b="1" dirty="0" err="1"/>
              <a:t>gebrauchter</a:t>
            </a:r>
            <a:r>
              <a:rPr lang="en-US" sz="800" b="1" dirty="0"/>
              <a:t> E-</a:t>
            </a:r>
            <a:r>
              <a:rPr lang="en-US" sz="800" b="1" dirty="0" err="1"/>
              <a:t>Lieferwagen</a:t>
            </a:r>
            <a:r>
              <a:rPr lang="en-US" sz="800" b="1" dirty="0"/>
              <a:t> → Batterie </a:t>
            </a:r>
            <a:r>
              <a:rPr lang="en-US" sz="800" b="1" dirty="0" err="1"/>
              <a:t>irgendwann</a:t>
            </a:r>
            <a:r>
              <a:rPr lang="en-US" sz="800" b="1" dirty="0"/>
              <a:t> nicht </a:t>
            </a:r>
            <a:r>
              <a:rPr lang="en-US" sz="800" b="1" dirty="0" err="1"/>
              <a:t>mehr</a:t>
            </a:r>
            <a:r>
              <a:rPr lang="en-US" sz="800" b="1" dirty="0"/>
              <a:t> gut </a:t>
            </a:r>
            <a:r>
              <a:rPr lang="en-US" sz="800" b="1" dirty="0" err="1"/>
              <a:t>genug</a:t>
            </a:r>
            <a:r>
              <a:rPr lang="en-US" sz="800" b="1" dirty="0"/>
              <a:t> </a:t>
            </a:r>
            <a:r>
              <a:rPr lang="en-US" sz="800" b="1" dirty="0" err="1"/>
              <a:t>fürs</a:t>
            </a:r>
            <a:r>
              <a:rPr lang="en-US" sz="800" b="1" dirty="0"/>
              <a:t> </a:t>
            </a:r>
            <a:r>
              <a:rPr lang="en-US" sz="800" b="1" dirty="0" err="1"/>
              <a:t>Fahrzeug</a:t>
            </a:r>
            <a:r>
              <a:rPr lang="en-US" sz="800" b="1" dirty="0"/>
              <a:t> → Second-Life-Speicher </a:t>
            </a:r>
            <a:r>
              <a:rPr lang="en-US" sz="800" b="1" dirty="0" err="1"/>
              <a:t>im</a:t>
            </a:r>
            <a:r>
              <a:rPr lang="en-US" sz="800" b="1" dirty="0"/>
              <a:t> </a:t>
            </a:r>
            <a:r>
              <a:rPr lang="en-US" sz="800" b="1" dirty="0" err="1"/>
              <a:t>LocalBite</a:t>
            </a:r>
            <a:r>
              <a:rPr lang="en-US" sz="800" b="1" dirty="0"/>
              <a:t>-Hub → </a:t>
            </a:r>
            <a:r>
              <a:rPr lang="en-US" sz="800" b="1" dirty="0" err="1"/>
              <a:t>Solarstrom</a:t>
            </a:r>
            <a:r>
              <a:rPr lang="en-US" sz="800" b="1" dirty="0"/>
              <a:t> </a:t>
            </a:r>
            <a:r>
              <a:rPr lang="en-US" sz="800" b="1" dirty="0" err="1"/>
              <a:t>speichern</a:t>
            </a:r>
            <a:r>
              <a:rPr lang="en-US" sz="800" b="1" dirty="0"/>
              <a:t>.</a:t>
            </a:r>
            <a:r>
              <a:rPr lang="en-US" sz="800" dirty="0"/>
              <a:t> </a:t>
            </a:r>
            <a:r>
              <a:rPr lang="en-US" sz="800" dirty="0">
                <a:hlinkClick r:id="rId5"/>
              </a:rPr>
              <a:t>Circular Economy Platform</a:t>
            </a:r>
            <a:endParaRPr lang="en-US" sz="800" dirty="0"/>
          </a:p>
          <a:p>
            <a:r>
              <a:rPr lang="en-US" sz="800" dirty="0"/>
              <a:t>Nur nicht </a:t>
            </a:r>
            <a:r>
              <a:rPr lang="en-US" sz="800" dirty="0" err="1"/>
              <a:t>behaupten</a:t>
            </a:r>
            <a:r>
              <a:rPr lang="en-US" sz="800" dirty="0"/>
              <a:t>, </a:t>
            </a:r>
            <a:r>
              <a:rPr lang="en-US" sz="800" dirty="0" err="1"/>
              <a:t>dass</a:t>
            </a:r>
            <a:r>
              <a:rPr lang="en-US" sz="800" dirty="0"/>
              <a:t> </a:t>
            </a:r>
            <a:r>
              <a:rPr lang="en-US" sz="800" dirty="0" err="1"/>
              <a:t>ihr</a:t>
            </a:r>
            <a:r>
              <a:rPr lang="en-US" sz="800" dirty="0"/>
              <a:t> das </a:t>
            </a:r>
            <a:r>
              <a:rPr lang="en-US" sz="800" dirty="0" err="1"/>
              <a:t>schon</a:t>
            </a:r>
            <a:r>
              <a:rPr lang="en-US" sz="800" dirty="0"/>
              <a:t> </a:t>
            </a:r>
            <a:r>
              <a:rPr lang="en-US" sz="800" dirty="0" err="1"/>
              <a:t>konkret</a:t>
            </a:r>
            <a:r>
              <a:rPr lang="en-US" sz="800" dirty="0"/>
              <a:t> </a:t>
            </a:r>
            <a:r>
              <a:rPr lang="en-US" sz="800" dirty="0" err="1"/>
              <a:t>technisch</a:t>
            </a:r>
            <a:r>
              <a:rPr lang="en-US" sz="800" dirty="0"/>
              <a:t> </a:t>
            </a:r>
            <a:r>
              <a:rPr lang="en-US" sz="800" dirty="0" err="1"/>
              <a:t>umgesetzt</a:t>
            </a:r>
            <a:r>
              <a:rPr lang="en-US" sz="800" dirty="0"/>
              <a:t> </a:t>
            </a:r>
            <a:r>
              <a:rPr lang="en-US" sz="800" dirty="0" err="1"/>
              <a:t>habt</a:t>
            </a:r>
            <a:r>
              <a:rPr lang="en-US" sz="800" dirty="0"/>
              <a:t> — </a:t>
            </a:r>
            <a:r>
              <a:rPr lang="en-US" sz="800" dirty="0" err="1"/>
              <a:t>eher</a:t>
            </a:r>
            <a:r>
              <a:rPr lang="en-US" sz="800" dirty="0"/>
              <a:t> </a:t>
            </a:r>
            <a:r>
              <a:rPr lang="en-US" sz="800" dirty="0" err="1"/>
              <a:t>als</a:t>
            </a:r>
            <a:r>
              <a:rPr lang="en-US" sz="800" dirty="0"/>
              <a:t> </a:t>
            </a:r>
            <a:r>
              <a:rPr lang="en-US" sz="800" b="1" dirty="0" err="1"/>
              <a:t>Konzept</a:t>
            </a:r>
            <a:r>
              <a:rPr lang="en-US" sz="800" b="1" dirty="0"/>
              <a:t>/</a:t>
            </a:r>
            <a:r>
              <a:rPr lang="en-US" sz="800" b="1" dirty="0" err="1"/>
              <a:t>Weiterentwicklung</a:t>
            </a:r>
            <a:r>
              <a:rPr lang="en-US" sz="800" b="1" dirty="0"/>
              <a:t> von </a:t>
            </a:r>
            <a:r>
              <a:rPr lang="en-US" sz="800" b="1" dirty="0" err="1"/>
              <a:t>LocalBite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6884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914</TotalTime>
  <Words>2297</Words>
  <Application>Microsoft Macintosh PowerPoint</Application>
  <PresentationFormat>Widescreen</PresentationFormat>
  <Paragraphs>287</Paragraphs>
  <Slides>13</Slides>
  <Notes>2</Notes>
  <HiddenSlides>7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Office Theme</vt:lpstr>
      <vt:lpstr>PowerPoint Presentation</vt:lpstr>
      <vt:lpstr>Skalierbarkeit</vt:lpstr>
      <vt:lpstr>Skalierbarkeit</vt:lpstr>
      <vt:lpstr>Skalierbarkeit</vt:lpstr>
      <vt:lpstr>Zukunftsrelevanz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 9000</dc:creator>
  <cp:lastModifiedBy>LEON 9000</cp:lastModifiedBy>
  <cp:revision>27</cp:revision>
  <dcterms:created xsi:type="dcterms:W3CDTF">2026-10-22T08:02:03Z</dcterms:created>
  <dcterms:modified xsi:type="dcterms:W3CDTF">2026-10-24T23:18:09Z</dcterms:modified>
</cp:coreProperties>
</file>